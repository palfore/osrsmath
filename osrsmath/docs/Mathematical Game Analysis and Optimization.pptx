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_rels/notesSlide1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media/image23.png" ContentType="image/png"/>
  <Override PartName="/ppt/media/media1.mp4" ContentType="video/mp4"/>
  <Override PartName="/ppt/media/image6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CA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4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Click to edit the notes' format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6" name="PlaceHolder 4"/>
          <p:cNvSpPr>
            <a:spLocks noGrp="1"/>
          </p:cNvSpPr>
          <p:nvPr>
            <p:ph type="dt" idx="2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7" name="PlaceHolder 5"/>
          <p:cNvSpPr>
            <a:spLocks noGrp="1"/>
          </p:cNvSpPr>
          <p:nvPr>
            <p:ph type="ftr" idx="2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8" name="PlaceHolder 6"/>
          <p:cNvSpPr>
            <a:spLocks noGrp="1"/>
          </p:cNvSpPr>
          <p:nvPr>
            <p:ph type="sldNum" idx="2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4F78F3F-176C-4984-ABB2-38E0CECDF10E}" type="slidenum"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ED7CA3-DC3C-471F-89F2-4FA16B5BA95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710C0EF-933D-4E11-BF98-84C9EA31C4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6E5CA27-84A9-4975-A75D-D82FEC18E54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Peicewise average vs peicewise. Recursive needs approximation.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Show recursive solution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94D468-F228-46CD-BB28-54E1EE6C51F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6B5026-0BF2-4DE4-AB06-26801AFA3C6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whatever optimization problem, define a projection vector that selects relevant bonuses – simplifies considerations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E93DD0-F58E-4365-B321-7E45390B3C6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whatever optimization problem, define a projection vector that selects relevant bonuses – simplifies considerations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F8BEE9-12FA-4558-8802-82F3D2FAD1E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 whatever optimization problem, define a projection vector that selects relevant bonuses – simplifies considerations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890FB0-BC7F-4348-ABE8-424F6962BEC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781EF-DA04-41F0-80B9-54B99140194F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236F99-3193-41CC-B28F-37155366733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5901BF-70FD-4175-BCBF-ACBC4176EC1A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C6DA81-FEBD-456D-BD4E-3A862313A915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C25D94-4EB3-4276-81BB-0F32A009D883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6ED12D-865B-4D64-8C7B-28073F18D04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08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8F907E-4465-4C40-8718-D39FEAA5CBE9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CA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6FD69B-7231-4E1C-A76D-2EA2196A1C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5DFC35-3D80-4A8B-8676-6848F09917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9A1DAA-762C-47C7-A7B8-C36C1A75972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46846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/>
          </p:nvPr>
        </p:nvSpPr>
        <p:spPr>
          <a:xfrm>
            <a:off x="6214680" y="1981080"/>
            <a:ext cx="46846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1FB060D-35C3-40A8-A62E-4D2B0BF3C85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7425380-83A7-4AF5-8DCB-CA785EE89E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CA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CBBC0A9-49A7-4938-95A6-A64AAE244D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4585336-3EF8-4F58-83CC-253F4A9611D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AC1A3B79-7435-41B2-A1DD-EB76432A3E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CA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1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8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9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0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3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4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5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17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18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0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1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2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23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24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5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6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7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8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29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0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1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2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3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34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35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6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7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8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39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40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41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2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3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4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5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46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8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9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0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51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grpSp>
        <p:nvGrpSpPr>
          <p:cNvPr id="52" name="Group 4"/>
          <p:cNvGrpSpPr/>
          <p:nvPr/>
        </p:nvGrpSpPr>
        <p:grpSpPr>
          <a:xfrm>
            <a:off x="0" y="0"/>
            <a:ext cx="12192120" cy="6858360"/>
            <a:chOff x="0" y="0"/>
            <a:chExt cx="12192120" cy="6858360"/>
          </a:xfrm>
        </p:grpSpPr>
        <p:cxnSp>
          <p:nvCxnSpPr>
            <p:cNvPr id="53" name="Straight Connector 5"/>
            <p:cNvCxnSpPr/>
            <p:nvPr/>
          </p:nvCxnSpPr>
          <p:spPr>
            <a:xfrm>
              <a:off x="60984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4" name="Straight Connector 6"/>
            <p:cNvCxnSpPr/>
            <p:nvPr/>
          </p:nvCxnSpPr>
          <p:spPr>
            <a:xfrm>
              <a:off x="182916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5" name="Straight Connector 8"/>
            <p:cNvCxnSpPr/>
            <p:nvPr/>
          </p:nvCxnSpPr>
          <p:spPr>
            <a:xfrm>
              <a:off x="304812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6" name="Straight Connector 9"/>
            <p:cNvCxnSpPr/>
            <p:nvPr/>
          </p:nvCxnSpPr>
          <p:spPr>
            <a:xfrm>
              <a:off x="426744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7" name="Straight Connector 10"/>
            <p:cNvCxnSpPr/>
            <p:nvPr/>
          </p:nvCxnSpPr>
          <p:spPr>
            <a:xfrm>
              <a:off x="548640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8" name="Straight Connector 11"/>
            <p:cNvCxnSpPr/>
            <p:nvPr/>
          </p:nvCxnSpPr>
          <p:spPr>
            <a:xfrm>
              <a:off x="670572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59" name="Straight Connector 12"/>
            <p:cNvCxnSpPr/>
            <p:nvPr/>
          </p:nvCxnSpPr>
          <p:spPr>
            <a:xfrm>
              <a:off x="792468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0" name="Straight Connector 13"/>
            <p:cNvCxnSpPr/>
            <p:nvPr/>
          </p:nvCxnSpPr>
          <p:spPr>
            <a:xfrm>
              <a:off x="914400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1" name="Straight Connector 14"/>
            <p:cNvCxnSpPr/>
            <p:nvPr/>
          </p:nvCxnSpPr>
          <p:spPr>
            <a:xfrm>
              <a:off x="1036296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2" name="Straight Connector 15"/>
            <p:cNvCxnSpPr/>
            <p:nvPr/>
          </p:nvCxnSpPr>
          <p:spPr>
            <a:xfrm>
              <a:off x="1158228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3" name="Straight Connector 16"/>
            <p:cNvCxnSpPr/>
            <p:nvPr/>
          </p:nvCxnSpPr>
          <p:spPr>
            <a:xfrm>
              <a:off x="2520" y="3862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4" name="Straight Connector 17"/>
            <p:cNvCxnSpPr/>
            <p:nvPr/>
          </p:nvCxnSpPr>
          <p:spPr>
            <a:xfrm>
              <a:off x="2520" y="16110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5" name="Straight Connector 18"/>
            <p:cNvCxnSpPr/>
            <p:nvPr/>
          </p:nvCxnSpPr>
          <p:spPr>
            <a:xfrm>
              <a:off x="2520" y="28357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6" name="Straight Connector 19"/>
            <p:cNvCxnSpPr/>
            <p:nvPr/>
          </p:nvCxnSpPr>
          <p:spPr>
            <a:xfrm>
              <a:off x="2520" y="406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7" name="Straight Connector 20"/>
            <p:cNvCxnSpPr/>
            <p:nvPr/>
          </p:nvCxnSpPr>
          <p:spPr>
            <a:xfrm>
              <a:off x="2520" y="528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cxnSp>
          <p:nvCxnSpPr>
            <p:cNvPr id="68" name="Straight Connector 21"/>
            <p:cNvCxnSpPr/>
            <p:nvPr/>
          </p:nvCxnSpPr>
          <p:spPr>
            <a:xfrm>
              <a:off x="2520" y="650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5000"/>
                </a:srgbClr>
              </a:solidFill>
            </a:ln>
          </p:spPr>
        </p:cxnSp>
        <p:grpSp>
          <p:nvGrpSpPr>
            <p:cNvPr id="69" name="Group 22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70" name="Straight Connector 40"/>
              <p:cNvCxnSpPr/>
              <p:nvPr/>
            </p:nvCxnSpPr>
            <p:spPr>
              <a:xfrm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71" name="Straight Connector 41"/>
              <p:cNvCxnSpPr/>
              <p:nvPr/>
            </p:nvCxnSpPr>
            <p:spPr>
              <a:xfrm>
                <a:off x="14490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72" name="Straight Connector 42"/>
              <p:cNvCxnSpPr/>
              <p:nvPr/>
            </p:nvCxnSpPr>
            <p:spPr>
              <a:xfrm>
                <a:off x="26658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73" name="Straight Connector 43"/>
              <p:cNvCxnSpPr/>
              <p:nvPr/>
            </p:nvCxnSpPr>
            <p:spPr>
              <a:xfrm>
                <a:off x="3884760" y="0"/>
                <a:ext cx="681696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74" name="Straight Connector 44"/>
              <p:cNvCxnSpPr/>
              <p:nvPr/>
            </p:nvCxnSpPr>
            <p:spPr>
              <a:xfrm>
                <a:off x="510624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grpSp>
            <p:nvGrpSpPr>
              <p:cNvPr id="75" name="Group 45"/>
              <p:cNvGrpSpPr/>
              <p:nvPr/>
            </p:nvGrpSpPr>
            <p:grpSpPr>
              <a:xfrm>
                <a:off x="6327720" y="0"/>
                <a:ext cx="5864400" cy="5898960"/>
                <a:chOff x="6327720" y="0"/>
                <a:chExt cx="5864400" cy="5898960"/>
              </a:xfrm>
            </p:grpSpPr>
            <p:cxnSp>
              <p:nvCxnSpPr>
                <p:cNvPr id="76" name="Straight Connector 51"/>
                <p:cNvCxnSpPr/>
                <p:nvPr/>
              </p:nvCxnSpPr>
              <p:spPr>
                <a:xfrm>
                  <a:off x="632772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77" name="Straight Connector 52"/>
                <p:cNvCxnSpPr/>
                <p:nvPr/>
              </p:nvCxnSpPr>
              <p:spPr>
                <a:xfrm>
                  <a:off x="754920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78" name="Straight Connector 53"/>
                <p:cNvCxnSpPr/>
                <p:nvPr/>
              </p:nvCxnSpPr>
              <p:spPr>
                <a:xfrm>
                  <a:off x="877284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79" name="Straight Connector 54"/>
                <p:cNvCxnSpPr/>
                <p:nvPr/>
              </p:nvCxnSpPr>
              <p:spPr>
                <a:xfrm>
                  <a:off x="998208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80" name="Straight Connector 55"/>
                <p:cNvCxnSpPr/>
                <p:nvPr/>
              </p:nvCxnSpPr>
              <p:spPr>
                <a:xfrm>
                  <a:off x="1119888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</p:grpSp>
          <p:cxnSp>
            <p:nvCxnSpPr>
              <p:cNvPr id="81" name="Straight Connector 46"/>
              <p:cNvCxnSpPr/>
              <p:nvPr/>
            </p:nvCxnSpPr>
            <p:spPr>
              <a:xfrm flipH="1" flipV="1">
                <a:off x="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2" name="Straight Connector 47"/>
              <p:cNvCxnSpPr/>
              <p:nvPr/>
            </p:nvCxnSpPr>
            <p:spPr>
              <a:xfrm flipH="1" flipV="1">
                <a:off x="0" y="2227320"/>
                <a:ext cx="4615200" cy="463104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3" name="Straight Connector 48"/>
              <p:cNvCxnSpPr/>
              <p:nvPr/>
            </p:nvCxnSpPr>
            <p:spPr>
              <a:xfrm flipH="1" flipV="1">
                <a:off x="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4" name="Straight Connector 49"/>
              <p:cNvCxnSpPr/>
              <p:nvPr/>
            </p:nvCxnSpPr>
            <p:spPr>
              <a:xfrm flipH="1" flipV="1">
                <a:off x="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5" name="Straight Connector 50"/>
              <p:cNvCxnSpPr/>
              <p:nvPr/>
            </p:nvCxnSpPr>
            <p:spPr>
              <a:xfrm flipH="1" flipV="1">
                <a:off x="0" y="5864400"/>
                <a:ext cx="987480" cy="99396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</p:grpSp>
        <p:grpSp>
          <p:nvGrpSpPr>
            <p:cNvPr id="86" name="Group 23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87" name="Straight Connector 24"/>
              <p:cNvCxnSpPr/>
              <p:nvPr/>
            </p:nvCxnSpPr>
            <p:spPr>
              <a:xfrm flipH="1">
                <a:off x="515052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8" name="Straight Connector 25"/>
              <p:cNvCxnSpPr/>
              <p:nvPr/>
            </p:nvCxnSpPr>
            <p:spPr>
              <a:xfrm flipH="1">
                <a:off x="39268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89" name="Straight Connector 26"/>
              <p:cNvCxnSpPr/>
              <p:nvPr/>
            </p:nvCxnSpPr>
            <p:spPr>
              <a:xfrm flipH="1">
                <a:off x="27100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90" name="Straight Connector 27"/>
              <p:cNvCxnSpPr/>
              <p:nvPr/>
            </p:nvCxnSpPr>
            <p:spPr>
              <a:xfrm flipH="1">
                <a:off x="14907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91" name="Straight Connector 28"/>
              <p:cNvCxnSpPr/>
              <p:nvPr/>
            </p:nvCxnSpPr>
            <p:spPr>
              <a:xfrm flipH="1"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grpSp>
            <p:nvGrpSpPr>
              <p:cNvPr id="92" name="Group 29"/>
              <p:cNvGrpSpPr/>
              <p:nvPr/>
            </p:nvGrpSpPr>
            <p:grpSpPr>
              <a:xfrm>
                <a:off x="0" y="0"/>
                <a:ext cx="5864400" cy="5898960"/>
                <a:chOff x="0" y="0"/>
                <a:chExt cx="5864400" cy="5898960"/>
              </a:xfrm>
            </p:grpSpPr>
            <p:cxnSp>
              <p:nvCxnSpPr>
                <p:cNvPr id="93" name="Straight Connector 35"/>
                <p:cNvCxnSpPr/>
                <p:nvPr/>
              </p:nvCxnSpPr>
              <p:spPr>
                <a:xfrm flipH="1">
                  <a:off x="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94" name="Straight Connector 36"/>
                <p:cNvCxnSpPr/>
                <p:nvPr/>
              </p:nvCxnSpPr>
              <p:spPr>
                <a:xfrm flipH="1">
                  <a:off x="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95" name="Straight Connector 37"/>
                <p:cNvCxnSpPr/>
                <p:nvPr/>
              </p:nvCxnSpPr>
              <p:spPr>
                <a:xfrm flipH="1">
                  <a:off x="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96" name="Straight Connector 38"/>
                <p:cNvCxnSpPr/>
                <p:nvPr/>
              </p:nvCxnSpPr>
              <p:spPr>
                <a:xfrm flipH="1">
                  <a:off x="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  <p:cxnSp>
              <p:nvCxnSpPr>
                <p:cNvPr id="97" name="Straight Connector 39"/>
                <p:cNvCxnSpPr/>
                <p:nvPr/>
              </p:nvCxnSpPr>
              <p:spPr>
                <a:xfrm flipH="1">
                  <a:off x="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5000"/>
                    </a:srgbClr>
                  </a:solidFill>
                </a:ln>
              </p:spPr>
            </p:cxnSp>
          </p:grpSp>
          <p:cxnSp>
            <p:nvCxnSpPr>
              <p:cNvPr id="98" name="Straight Connector 30"/>
              <p:cNvCxnSpPr/>
              <p:nvPr/>
            </p:nvCxnSpPr>
            <p:spPr>
              <a:xfrm flipV="1">
                <a:off x="636300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99" name="Straight Connector 31"/>
              <p:cNvCxnSpPr/>
              <p:nvPr/>
            </p:nvCxnSpPr>
            <p:spPr>
              <a:xfrm flipV="1">
                <a:off x="7576920" y="2227320"/>
                <a:ext cx="4615560" cy="463104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100" name="Straight Connector 32"/>
              <p:cNvCxnSpPr/>
              <p:nvPr/>
            </p:nvCxnSpPr>
            <p:spPr>
              <a:xfrm flipV="1">
                <a:off x="879336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101" name="Straight Connector 33"/>
              <p:cNvCxnSpPr/>
              <p:nvPr/>
            </p:nvCxnSpPr>
            <p:spPr>
              <a:xfrm flipV="1">
                <a:off x="999540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  <p:cxnSp>
            <p:nvCxnSpPr>
              <p:cNvPr id="102" name="Straight Connector 34"/>
              <p:cNvCxnSpPr/>
              <p:nvPr/>
            </p:nvCxnSpPr>
            <p:spPr>
              <a:xfrm flipV="1">
                <a:off x="11204640" y="5864400"/>
                <a:ext cx="987840" cy="993960"/>
              </a:xfrm>
              <a:prstGeom prst="straightConnector1">
                <a:avLst/>
              </a:prstGeom>
              <a:ln w="0">
                <a:solidFill>
                  <a:srgbClr val="d9d9d9">
                    <a:alpha val="35000"/>
                  </a:srgbClr>
                </a:solidFill>
              </a:ln>
            </p:spPr>
          </p:cxnSp>
        </p:grpSp>
      </p:grpSp>
      <p:cxnSp>
        <p:nvCxnSpPr>
          <p:cNvPr id="103" name="Straight Connector 57"/>
          <p:cNvCxnSpPr/>
          <p:nvPr/>
        </p:nvCxnSpPr>
        <p:spPr>
          <a:xfrm>
            <a:off x="1295280" y="5294160"/>
            <a:ext cx="9601920" cy="720"/>
          </a:xfrm>
          <a:prstGeom prst="straightConnector1">
            <a:avLst/>
          </a:prstGeom>
          <a:ln w="12700">
            <a:solidFill>
              <a:srgbClr val="d15a3e"/>
            </a:solidFill>
            <a:round/>
          </a:ln>
        </p:spPr>
      </p:cxn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109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0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1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2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3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4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5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6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7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8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19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0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1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2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3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24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125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126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27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28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29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30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131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132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33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34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35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36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137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38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39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0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1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142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143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4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5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6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47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148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149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50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51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52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53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154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55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56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57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58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159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160" name="PlaceHolder 1"/>
          <p:cNvSpPr>
            <a:spLocks noGrp="1"/>
          </p:cNvSpPr>
          <p:nvPr>
            <p:ph type="ftr" idx="1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sldNum" idx="2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A400ED8-9299-45EA-A2D9-F0CFF4EAFAE7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dt" idx="3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164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5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6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7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8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69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0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1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2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3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4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5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6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7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8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179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180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181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82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83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84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85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186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187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88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89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90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191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192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3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4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5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6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197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198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199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00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01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02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203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204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05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06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07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08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209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10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11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12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13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214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215" name="PlaceHolder 1"/>
          <p:cNvSpPr>
            <a:spLocks noGrp="1"/>
          </p:cNvSpPr>
          <p:nvPr>
            <p:ph type="ftr" idx="4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ldNum" idx="5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BBE1EB-FBDE-421E-80D8-CB7AF75B1665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dt" idx="6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219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0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1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2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3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4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5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6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7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8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29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30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31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32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33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234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235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236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37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38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39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40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241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242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43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44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45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46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247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48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49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0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1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252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253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4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5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6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57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258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259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60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61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62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263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264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65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66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67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268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269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ftr" idx="7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sldNum" idx="8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07D36B-2D90-4DB7-9E99-8FF8149B3FC0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4" name="PlaceHolder 5"/>
          <p:cNvSpPr>
            <a:spLocks noGrp="1"/>
          </p:cNvSpPr>
          <p:nvPr>
            <p:ph type="dt" idx="9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15a3e"/>
            </a:gs>
            <a:gs pos="97000">
              <a:srgbClr val="af432a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278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79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0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1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2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3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4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5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6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7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8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89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90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91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92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cxnSp>
          <p:nvCxnSpPr>
            <p:cNvPr id="293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262726">
                  <a:alpha val="25000"/>
                </a:srgbClr>
              </a:solidFill>
            </a:ln>
          </p:spPr>
        </p:cxnSp>
        <p:grpSp>
          <p:nvGrpSpPr>
            <p:cNvPr id="294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295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296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297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298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299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grpSp>
            <p:nvGrpSpPr>
              <p:cNvPr id="300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301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02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03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04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05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</p:grpSp>
          <p:cxnSp>
            <p:nvCxnSpPr>
              <p:cNvPr id="306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07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08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09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10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</p:grpSp>
        <p:grpSp>
          <p:nvGrpSpPr>
            <p:cNvPr id="311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312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13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14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15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16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grpSp>
            <p:nvGrpSpPr>
              <p:cNvPr id="317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318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19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20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21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  <p:cxnSp>
              <p:nvCxnSpPr>
                <p:cNvPr id="322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262726">
                      <a:alpha val="25000"/>
                    </a:srgbClr>
                  </a:solidFill>
                </a:ln>
              </p:spPr>
            </p:cxnSp>
          </p:grpSp>
          <p:cxnSp>
            <p:nvCxnSpPr>
              <p:cNvPr id="323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24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25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26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  <p:cxnSp>
            <p:nvCxnSpPr>
              <p:cNvPr id="327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262726">
                    <a:alpha val="25000"/>
                  </a:srgbClr>
                </a:solidFill>
              </a:ln>
            </p:spPr>
          </p:cxnSp>
        </p:grpSp>
      </p:grpSp>
      <p:cxnSp>
        <p:nvCxnSpPr>
          <p:cNvPr id="328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grpSp>
        <p:nvGrpSpPr>
          <p:cNvPr id="329" name="Group 6"/>
          <p:cNvGrpSpPr/>
          <p:nvPr/>
        </p:nvGrpSpPr>
        <p:grpSpPr>
          <a:xfrm>
            <a:off x="0" y="0"/>
            <a:ext cx="12192120" cy="6858360"/>
            <a:chOff x="0" y="0"/>
            <a:chExt cx="12192120" cy="6858360"/>
          </a:xfrm>
        </p:grpSpPr>
        <p:cxnSp>
          <p:nvCxnSpPr>
            <p:cNvPr id="330" name="Straight Connector 7"/>
            <p:cNvCxnSpPr/>
            <p:nvPr/>
          </p:nvCxnSpPr>
          <p:spPr>
            <a:xfrm>
              <a:off x="6098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1" name="Straight Connector 8"/>
            <p:cNvCxnSpPr/>
            <p:nvPr/>
          </p:nvCxnSpPr>
          <p:spPr>
            <a:xfrm>
              <a:off x="18291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2" name="Straight Connector 9"/>
            <p:cNvCxnSpPr/>
            <p:nvPr/>
          </p:nvCxnSpPr>
          <p:spPr>
            <a:xfrm>
              <a:off x="30481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3" name="Straight Connector 10"/>
            <p:cNvCxnSpPr/>
            <p:nvPr/>
          </p:nvCxnSpPr>
          <p:spPr>
            <a:xfrm>
              <a:off x="42674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4" name="Straight Connector 11"/>
            <p:cNvCxnSpPr/>
            <p:nvPr/>
          </p:nvCxnSpPr>
          <p:spPr>
            <a:xfrm>
              <a:off x="54864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5" name="Straight Connector 12"/>
            <p:cNvCxnSpPr/>
            <p:nvPr/>
          </p:nvCxnSpPr>
          <p:spPr>
            <a:xfrm>
              <a:off x="67057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6" name="Straight Connector 13"/>
            <p:cNvCxnSpPr/>
            <p:nvPr/>
          </p:nvCxnSpPr>
          <p:spPr>
            <a:xfrm>
              <a:off x="79246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7" name="Straight Connector 14"/>
            <p:cNvCxnSpPr/>
            <p:nvPr/>
          </p:nvCxnSpPr>
          <p:spPr>
            <a:xfrm>
              <a:off x="91440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8" name="Straight Connector 15"/>
            <p:cNvCxnSpPr/>
            <p:nvPr/>
          </p:nvCxnSpPr>
          <p:spPr>
            <a:xfrm>
              <a:off x="103629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39" name="Straight Connector 16"/>
            <p:cNvCxnSpPr/>
            <p:nvPr/>
          </p:nvCxnSpPr>
          <p:spPr>
            <a:xfrm>
              <a:off x="115822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0" name="Straight Connector 17"/>
            <p:cNvCxnSpPr/>
            <p:nvPr/>
          </p:nvCxnSpPr>
          <p:spPr>
            <a:xfrm>
              <a:off x="2520" y="3862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1" name="Straight Connector 18"/>
            <p:cNvCxnSpPr/>
            <p:nvPr/>
          </p:nvCxnSpPr>
          <p:spPr>
            <a:xfrm>
              <a:off x="2520" y="161100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2" name="Straight Connector 19"/>
            <p:cNvCxnSpPr/>
            <p:nvPr/>
          </p:nvCxnSpPr>
          <p:spPr>
            <a:xfrm>
              <a:off x="2520" y="283572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3" name="Straight Connector 20"/>
            <p:cNvCxnSpPr/>
            <p:nvPr/>
          </p:nvCxnSpPr>
          <p:spPr>
            <a:xfrm>
              <a:off x="2520" y="406044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4" name="Straight Connector 21"/>
            <p:cNvCxnSpPr/>
            <p:nvPr/>
          </p:nvCxnSpPr>
          <p:spPr>
            <a:xfrm>
              <a:off x="2520" y="528516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345" name="Straight Connector 22"/>
            <p:cNvCxnSpPr/>
            <p:nvPr/>
          </p:nvCxnSpPr>
          <p:spPr>
            <a:xfrm>
              <a:off x="2520" y="65098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grpSp>
          <p:nvGrpSpPr>
            <p:cNvPr id="346" name="Group 23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347" name="Straight Connector 41"/>
              <p:cNvCxnSpPr/>
              <p:nvPr/>
            </p:nvCxnSpPr>
            <p:spPr>
              <a:xfrm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48" name="Straight Connector 42"/>
              <p:cNvCxnSpPr/>
              <p:nvPr/>
            </p:nvCxnSpPr>
            <p:spPr>
              <a:xfrm>
                <a:off x="14490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49" name="Straight Connector 43"/>
              <p:cNvCxnSpPr/>
              <p:nvPr/>
            </p:nvCxnSpPr>
            <p:spPr>
              <a:xfrm>
                <a:off x="26658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50" name="Straight Connector 44"/>
              <p:cNvCxnSpPr/>
              <p:nvPr/>
            </p:nvCxnSpPr>
            <p:spPr>
              <a:xfrm>
                <a:off x="3884760" y="0"/>
                <a:ext cx="681696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51" name="Straight Connector 45"/>
              <p:cNvCxnSpPr/>
              <p:nvPr/>
            </p:nvCxnSpPr>
            <p:spPr>
              <a:xfrm>
                <a:off x="510624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352" name="Group 46"/>
              <p:cNvGrpSpPr/>
              <p:nvPr/>
            </p:nvGrpSpPr>
            <p:grpSpPr>
              <a:xfrm>
                <a:off x="6327720" y="0"/>
                <a:ext cx="5864400" cy="5898960"/>
                <a:chOff x="6327720" y="0"/>
                <a:chExt cx="5864400" cy="5898960"/>
              </a:xfrm>
            </p:grpSpPr>
            <p:cxnSp>
              <p:nvCxnSpPr>
                <p:cNvPr id="353" name="Straight Connector 52"/>
                <p:cNvCxnSpPr/>
                <p:nvPr/>
              </p:nvCxnSpPr>
              <p:spPr>
                <a:xfrm>
                  <a:off x="632772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54" name="Straight Connector 53"/>
                <p:cNvCxnSpPr/>
                <p:nvPr/>
              </p:nvCxnSpPr>
              <p:spPr>
                <a:xfrm>
                  <a:off x="754920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55" name="Straight Connector 54"/>
                <p:cNvCxnSpPr/>
                <p:nvPr/>
              </p:nvCxnSpPr>
              <p:spPr>
                <a:xfrm>
                  <a:off x="877284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56" name="Straight Connector 55"/>
                <p:cNvCxnSpPr/>
                <p:nvPr/>
              </p:nvCxnSpPr>
              <p:spPr>
                <a:xfrm>
                  <a:off x="998208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57" name="Straight Connector 56"/>
                <p:cNvCxnSpPr/>
                <p:nvPr/>
              </p:nvCxnSpPr>
              <p:spPr>
                <a:xfrm>
                  <a:off x="1119888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358" name="Straight Connector 47"/>
              <p:cNvCxnSpPr/>
              <p:nvPr/>
            </p:nvCxnSpPr>
            <p:spPr>
              <a:xfrm flipH="1" flipV="1">
                <a:off x="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59" name="Straight Connector 48"/>
              <p:cNvCxnSpPr/>
              <p:nvPr/>
            </p:nvCxnSpPr>
            <p:spPr>
              <a:xfrm flipH="1" flipV="1">
                <a:off x="0" y="2227320"/>
                <a:ext cx="461520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0" name="Straight Connector 49"/>
              <p:cNvCxnSpPr/>
              <p:nvPr/>
            </p:nvCxnSpPr>
            <p:spPr>
              <a:xfrm flipH="1" flipV="1">
                <a:off x="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1" name="Straight Connector 50"/>
              <p:cNvCxnSpPr/>
              <p:nvPr/>
            </p:nvCxnSpPr>
            <p:spPr>
              <a:xfrm flipH="1" flipV="1">
                <a:off x="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2" name="Straight Connector 51"/>
              <p:cNvCxnSpPr/>
              <p:nvPr/>
            </p:nvCxnSpPr>
            <p:spPr>
              <a:xfrm flipH="1" flipV="1">
                <a:off x="0" y="5864400"/>
                <a:ext cx="98748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  <p:grpSp>
          <p:nvGrpSpPr>
            <p:cNvPr id="363" name="Group 24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364" name="Straight Connector 25"/>
              <p:cNvCxnSpPr/>
              <p:nvPr/>
            </p:nvCxnSpPr>
            <p:spPr>
              <a:xfrm flipH="1">
                <a:off x="515052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5" name="Straight Connector 26"/>
              <p:cNvCxnSpPr/>
              <p:nvPr/>
            </p:nvCxnSpPr>
            <p:spPr>
              <a:xfrm flipH="1">
                <a:off x="39268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6" name="Straight Connector 27"/>
              <p:cNvCxnSpPr/>
              <p:nvPr/>
            </p:nvCxnSpPr>
            <p:spPr>
              <a:xfrm flipH="1">
                <a:off x="27100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7" name="Straight Connector 28"/>
              <p:cNvCxnSpPr/>
              <p:nvPr/>
            </p:nvCxnSpPr>
            <p:spPr>
              <a:xfrm flipH="1">
                <a:off x="14907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68" name="Straight Connector 29"/>
              <p:cNvCxnSpPr/>
              <p:nvPr/>
            </p:nvCxnSpPr>
            <p:spPr>
              <a:xfrm flipH="1"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369" name="Group 30"/>
              <p:cNvGrpSpPr/>
              <p:nvPr/>
            </p:nvGrpSpPr>
            <p:grpSpPr>
              <a:xfrm>
                <a:off x="0" y="0"/>
                <a:ext cx="5864400" cy="5898960"/>
                <a:chOff x="0" y="0"/>
                <a:chExt cx="5864400" cy="5898960"/>
              </a:xfrm>
            </p:grpSpPr>
            <p:cxnSp>
              <p:nvCxnSpPr>
                <p:cNvPr id="370" name="Straight Connector 36"/>
                <p:cNvCxnSpPr/>
                <p:nvPr/>
              </p:nvCxnSpPr>
              <p:spPr>
                <a:xfrm flipH="1">
                  <a:off x="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71" name="Straight Connector 37"/>
                <p:cNvCxnSpPr/>
                <p:nvPr/>
              </p:nvCxnSpPr>
              <p:spPr>
                <a:xfrm flipH="1">
                  <a:off x="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72" name="Straight Connector 38"/>
                <p:cNvCxnSpPr/>
                <p:nvPr/>
              </p:nvCxnSpPr>
              <p:spPr>
                <a:xfrm flipH="1">
                  <a:off x="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73" name="Straight Connector 39"/>
                <p:cNvCxnSpPr/>
                <p:nvPr/>
              </p:nvCxnSpPr>
              <p:spPr>
                <a:xfrm flipH="1">
                  <a:off x="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374" name="Straight Connector 40"/>
                <p:cNvCxnSpPr/>
                <p:nvPr/>
              </p:nvCxnSpPr>
              <p:spPr>
                <a:xfrm flipH="1">
                  <a:off x="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375" name="Straight Connector 31"/>
              <p:cNvCxnSpPr/>
              <p:nvPr/>
            </p:nvCxnSpPr>
            <p:spPr>
              <a:xfrm flipV="1">
                <a:off x="636300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76" name="Straight Connector 32"/>
              <p:cNvCxnSpPr/>
              <p:nvPr/>
            </p:nvCxnSpPr>
            <p:spPr>
              <a:xfrm flipV="1">
                <a:off x="7576920" y="2227320"/>
                <a:ext cx="461556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77" name="Straight Connector 33"/>
              <p:cNvCxnSpPr/>
              <p:nvPr/>
            </p:nvCxnSpPr>
            <p:spPr>
              <a:xfrm flipV="1">
                <a:off x="879336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78" name="Straight Connector 34"/>
              <p:cNvCxnSpPr/>
              <p:nvPr/>
            </p:nvCxnSpPr>
            <p:spPr>
              <a:xfrm flipV="1">
                <a:off x="999540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379" name="Straight Connector 35"/>
              <p:cNvCxnSpPr/>
              <p:nvPr/>
            </p:nvCxnSpPr>
            <p:spPr>
              <a:xfrm flipV="1">
                <a:off x="11204640" y="5864400"/>
                <a:ext cx="98784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</p:grpSp>
      <p:cxnSp>
        <p:nvCxnSpPr>
          <p:cNvPr id="380" name="Straight Connector 57"/>
          <p:cNvCxnSpPr/>
          <p:nvPr/>
        </p:nvCxnSpPr>
        <p:spPr>
          <a:xfrm>
            <a:off x="1295280" y="5294160"/>
            <a:ext cx="9601920" cy="720"/>
          </a:xfrm>
          <a:prstGeom prst="straightConnector1">
            <a:avLst/>
          </a:prstGeom>
          <a:ln w="12700">
            <a:solidFill>
              <a:srgbClr val="ffffff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382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3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4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5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6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7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8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89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0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1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2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3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4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5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6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397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398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399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00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01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02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03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404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405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06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07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08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09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410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1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2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3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4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415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416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7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8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19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20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421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422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23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24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25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26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427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28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29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30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31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432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1295280" y="1981080"/>
            <a:ext cx="46846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6215040" y="1981080"/>
            <a:ext cx="4684680" cy="380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ftr" idx="10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7" name="PlaceHolder 5"/>
          <p:cNvSpPr>
            <a:spLocks noGrp="1"/>
          </p:cNvSpPr>
          <p:nvPr>
            <p:ph type="sldNum" idx="11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532DA9-6171-4057-8B3C-E548C7158F77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8" name="PlaceHolder 6"/>
          <p:cNvSpPr>
            <a:spLocks noGrp="1"/>
          </p:cNvSpPr>
          <p:nvPr>
            <p:ph type="dt" idx="12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2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443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4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5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6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7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8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49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0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1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2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3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4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5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6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7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58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459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460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61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62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63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64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465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466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67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68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69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70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471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2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3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4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5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476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477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8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79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80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81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482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483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84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85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86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487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488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89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90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91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492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493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494" name="PlaceHolder 1"/>
          <p:cNvSpPr>
            <a:spLocks noGrp="1"/>
          </p:cNvSpPr>
          <p:nvPr>
            <p:ph type="ftr" idx="13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sldNum" idx="14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1CEF08-8A65-4458-A5EA-03210E717680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 type="dt" idx="15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7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498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499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0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1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2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3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4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5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6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7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8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09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10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11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12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13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514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515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16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17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18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19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520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521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22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23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24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25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526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27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28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29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30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531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532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33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34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35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36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537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538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39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40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41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42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543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44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45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46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47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548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CA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PlaceHolder 2"/>
          <p:cNvSpPr>
            <a:spLocks noGrp="1"/>
          </p:cNvSpPr>
          <p:nvPr>
            <p:ph type="ftr" idx="16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1" name="PlaceHolder 3"/>
          <p:cNvSpPr>
            <a:spLocks noGrp="1"/>
          </p:cNvSpPr>
          <p:nvPr>
            <p:ph type="sldNum" idx="17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4A3FFEE-D978-4225-AB6B-537F03114C90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2" name="PlaceHolder 4"/>
          <p:cNvSpPr>
            <a:spLocks noGrp="1"/>
          </p:cNvSpPr>
          <p:nvPr>
            <p:ph type="dt" idx="18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53000">
              <a:srgbClr val="ffffff"/>
            </a:gs>
            <a:gs pos="100000">
              <a:srgbClr val="f2f2f2">
                <a:alpha val="65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4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555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56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57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58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59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0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1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2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3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4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5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6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7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8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69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570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571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572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73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74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75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76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577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578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79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80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81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82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583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84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85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86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87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588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589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90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91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92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593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594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595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96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97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98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599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600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01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02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03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04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605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grpSp>
        <p:nvGrpSpPr>
          <p:cNvPr id="606" name="Group 160"/>
          <p:cNvGrpSpPr/>
          <p:nvPr/>
        </p:nvGrpSpPr>
        <p:grpSpPr>
          <a:xfrm>
            <a:off x="0" y="0"/>
            <a:ext cx="12192120" cy="6858360"/>
            <a:chOff x="0" y="0"/>
            <a:chExt cx="12192120" cy="6858360"/>
          </a:xfrm>
        </p:grpSpPr>
        <p:cxnSp>
          <p:nvCxnSpPr>
            <p:cNvPr id="607" name="Straight Connector 161"/>
            <p:cNvCxnSpPr/>
            <p:nvPr/>
          </p:nvCxnSpPr>
          <p:spPr>
            <a:xfrm>
              <a:off x="60984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08" name="Straight Connector 162"/>
            <p:cNvCxnSpPr/>
            <p:nvPr/>
          </p:nvCxnSpPr>
          <p:spPr>
            <a:xfrm>
              <a:off x="182916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09" name="Straight Connector 163"/>
            <p:cNvCxnSpPr/>
            <p:nvPr/>
          </p:nvCxnSpPr>
          <p:spPr>
            <a:xfrm>
              <a:off x="304812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0" name="Straight Connector 164"/>
            <p:cNvCxnSpPr/>
            <p:nvPr/>
          </p:nvCxnSpPr>
          <p:spPr>
            <a:xfrm>
              <a:off x="426744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1" name="Straight Connector 165"/>
            <p:cNvCxnSpPr/>
            <p:nvPr/>
          </p:nvCxnSpPr>
          <p:spPr>
            <a:xfrm>
              <a:off x="548640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2" name="Straight Connector 166"/>
            <p:cNvCxnSpPr/>
            <p:nvPr/>
          </p:nvCxnSpPr>
          <p:spPr>
            <a:xfrm>
              <a:off x="670572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3" name="Straight Connector 167"/>
            <p:cNvCxnSpPr/>
            <p:nvPr/>
          </p:nvCxnSpPr>
          <p:spPr>
            <a:xfrm>
              <a:off x="792468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4" name="Straight Connector 168"/>
            <p:cNvCxnSpPr/>
            <p:nvPr/>
          </p:nvCxnSpPr>
          <p:spPr>
            <a:xfrm>
              <a:off x="914400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5" name="Straight Connector 169"/>
            <p:cNvCxnSpPr/>
            <p:nvPr/>
          </p:nvCxnSpPr>
          <p:spPr>
            <a:xfrm>
              <a:off x="1036296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6" name="Straight Connector 170"/>
            <p:cNvCxnSpPr/>
            <p:nvPr/>
          </p:nvCxnSpPr>
          <p:spPr>
            <a:xfrm>
              <a:off x="11582280" y="0"/>
              <a:ext cx="720" cy="6858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7" name="Straight Connector 171"/>
            <p:cNvCxnSpPr/>
            <p:nvPr/>
          </p:nvCxnSpPr>
          <p:spPr>
            <a:xfrm>
              <a:off x="2520" y="3862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8" name="Straight Connector 172"/>
            <p:cNvCxnSpPr/>
            <p:nvPr/>
          </p:nvCxnSpPr>
          <p:spPr>
            <a:xfrm>
              <a:off x="2520" y="16110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19" name="Straight Connector 173"/>
            <p:cNvCxnSpPr/>
            <p:nvPr/>
          </p:nvCxnSpPr>
          <p:spPr>
            <a:xfrm>
              <a:off x="2520" y="28357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20" name="Straight Connector 174"/>
            <p:cNvCxnSpPr/>
            <p:nvPr/>
          </p:nvCxnSpPr>
          <p:spPr>
            <a:xfrm>
              <a:off x="2520" y="406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21" name="Straight Connector 175"/>
            <p:cNvCxnSpPr/>
            <p:nvPr/>
          </p:nvCxnSpPr>
          <p:spPr>
            <a:xfrm>
              <a:off x="2520" y="528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cxnSp>
          <p:nvCxnSpPr>
            <p:cNvPr id="622" name="Straight Connector 176"/>
            <p:cNvCxnSpPr/>
            <p:nvPr/>
          </p:nvCxnSpPr>
          <p:spPr>
            <a:xfrm>
              <a:off x="2520" y="650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30000"/>
                </a:srgbClr>
              </a:solidFill>
            </a:ln>
          </p:spPr>
        </p:cxnSp>
        <p:grpSp>
          <p:nvGrpSpPr>
            <p:cNvPr id="623" name="Group 177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624" name="Straight Connector 195"/>
              <p:cNvCxnSpPr/>
              <p:nvPr/>
            </p:nvCxnSpPr>
            <p:spPr>
              <a:xfrm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25" name="Straight Connector 196"/>
              <p:cNvCxnSpPr/>
              <p:nvPr/>
            </p:nvCxnSpPr>
            <p:spPr>
              <a:xfrm>
                <a:off x="14490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26" name="Straight Connector 197"/>
              <p:cNvCxnSpPr/>
              <p:nvPr/>
            </p:nvCxnSpPr>
            <p:spPr>
              <a:xfrm>
                <a:off x="26658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27" name="Straight Connector 198"/>
              <p:cNvCxnSpPr/>
              <p:nvPr/>
            </p:nvCxnSpPr>
            <p:spPr>
              <a:xfrm>
                <a:off x="3884760" y="0"/>
                <a:ext cx="681696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28" name="Straight Connector 199"/>
              <p:cNvCxnSpPr/>
              <p:nvPr/>
            </p:nvCxnSpPr>
            <p:spPr>
              <a:xfrm>
                <a:off x="510624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grpSp>
            <p:nvGrpSpPr>
              <p:cNvPr id="629" name="Group 200"/>
              <p:cNvGrpSpPr/>
              <p:nvPr/>
            </p:nvGrpSpPr>
            <p:grpSpPr>
              <a:xfrm>
                <a:off x="6327720" y="0"/>
                <a:ext cx="5864400" cy="5898960"/>
                <a:chOff x="6327720" y="0"/>
                <a:chExt cx="5864400" cy="5898960"/>
              </a:xfrm>
            </p:grpSpPr>
            <p:cxnSp>
              <p:nvCxnSpPr>
                <p:cNvPr id="630" name="Straight Connector 206"/>
                <p:cNvCxnSpPr/>
                <p:nvPr/>
              </p:nvCxnSpPr>
              <p:spPr>
                <a:xfrm>
                  <a:off x="632772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31" name="Straight Connector 207"/>
                <p:cNvCxnSpPr/>
                <p:nvPr/>
              </p:nvCxnSpPr>
              <p:spPr>
                <a:xfrm>
                  <a:off x="754920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32" name="Straight Connector 208"/>
                <p:cNvCxnSpPr/>
                <p:nvPr/>
              </p:nvCxnSpPr>
              <p:spPr>
                <a:xfrm>
                  <a:off x="877284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33" name="Straight Connector 209"/>
                <p:cNvCxnSpPr/>
                <p:nvPr/>
              </p:nvCxnSpPr>
              <p:spPr>
                <a:xfrm>
                  <a:off x="998208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34" name="Straight Connector 210"/>
                <p:cNvCxnSpPr/>
                <p:nvPr/>
              </p:nvCxnSpPr>
              <p:spPr>
                <a:xfrm>
                  <a:off x="1119888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</p:grpSp>
          <p:cxnSp>
            <p:nvCxnSpPr>
              <p:cNvPr id="635" name="Straight Connector 201"/>
              <p:cNvCxnSpPr/>
              <p:nvPr/>
            </p:nvCxnSpPr>
            <p:spPr>
              <a:xfrm flipH="1" flipV="1">
                <a:off x="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36" name="Straight Connector 202"/>
              <p:cNvCxnSpPr/>
              <p:nvPr/>
            </p:nvCxnSpPr>
            <p:spPr>
              <a:xfrm flipH="1" flipV="1">
                <a:off x="0" y="2227320"/>
                <a:ext cx="4615200" cy="463104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37" name="Straight Connector 203"/>
              <p:cNvCxnSpPr/>
              <p:nvPr/>
            </p:nvCxnSpPr>
            <p:spPr>
              <a:xfrm flipH="1" flipV="1">
                <a:off x="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38" name="Straight Connector 204"/>
              <p:cNvCxnSpPr/>
              <p:nvPr/>
            </p:nvCxnSpPr>
            <p:spPr>
              <a:xfrm flipH="1" flipV="1">
                <a:off x="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39" name="Straight Connector 205"/>
              <p:cNvCxnSpPr/>
              <p:nvPr/>
            </p:nvCxnSpPr>
            <p:spPr>
              <a:xfrm flipH="1" flipV="1">
                <a:off x="0" y="5864400"/>
                <a:ext cx="987480" cy="99396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</p:grpSp>
        <p:grpSp>
          <p:nvGrpSpPr>
            <p:cNvPr id="640" name="Group 178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641" name="Straight Connector 179"/>
              <p:cNvCxnSpPr/>
              <p:nvPr/>
            </p:nvCxnSpPr>
            <p:spPr>
              <a:xfrm flipH="1">
                <a:off x="515052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42" name="Straight Connector 180"/>
              <p:cNvCxnSpPr/>
              <p:nvPr/>
            </p:nvCxnSpPr>
            <p:spPr>
              <a:xfrm flipH="1">
                <a:off x="39268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43" name="Straight Connector 181"/>
              <p:cNvCxnSpPr/>
              <p:nvPr/>
            </p:nvCxnSpPr>
            <p:spPr>
              <a:xfrm flipH="1">
                <a:off x="27100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44" name="Straight Connector 182"/>
              <p:cNvCxnSpPr/>
              <p:nvPr/>
            </p:nvCxnSpPr>
            <p:spPr>
              <a:xfrm flipH="1">
                <a:off x="14907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45" name="Straight Connector 183"/>
              <p:cNvCxnSpPr/>
              <p:nvPr/>
            </p:nvCxnSpPr>
            <p:spPr>
              <a:xfrm flipH="1">
                <a:off x="2692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grpSp>
            <p:nvGrpSpPr>
              <p:cNvPr id="646" name="Group 184"/>
              <p:cNvGrpSpPr/>
              <p:nvPr/>
            </p:nvGrpSpPr>
            <p:grpSpPr>
              <a:xfrm>
                <a:off x="0" y="0"/>
                <a:ext cx="5864400" cy="5898960"/>
                <a:chOff x="0" y="0"/>
                <a:chExt cx="5864400" cy="5898960"/>
              </a:xfrm>
            </p:grpSpPr>
            <p:cxnSp>
              <p:nvCxnSpPr>
                <p:cNvPr id="647" name="Straight Connector 190"/>
                <p:cNvCxnSpPr/>
                <p:nvPr/>
              </p:nvCxnSpPr>
              <p:spPr>
                <a:xfrm flipH="1">
                  <a:off x="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48" name="Straight Connector 191"/>
                <p:cNvCxnSpPr/>
                <p:nvPr/>
              </p:nvCxnSpPr>
              <p:spPr>
                <a:xfrm flipH="1">
                  <a:off x="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49" name="Straight Connector 192"/>
                <p:cNvCxnSpPr/>
                <p:nvPr/>
              </p:nvCxnSpPr>
              <p:spPr>
                <a:xfrm flipH="1">
                  <a:off x="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50" name="Straight Connector 193"/>
                <p:cNvCxnSpPr/>
                <p:nvPr/>
              </p:nvCxnSpPr>
              <p:spPr>
                <a:xfrm flipH="1">
                  <a:off x="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  <p:cxnSp>
              <p:nvCxnSpPr>
                <p:cNvPr id="651" name="Straight Connector 194"/>
                <p:cNvCxnSpPr/>
                <p:nvPr/>
              </p:nvCxnSpPr>
              <p:spPr>
                <a:xfrm flipH="1">
                  <a:off x="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30000"/>
                    </a:srgbClr>
                  </a:solidFill>
                </a:ln>
              </p:spPr>
            </p:cxnSp>
          </p:grpSp>
          <p:cxnSp>
            <p:nvCxnSpPr>
              <p:cNvPr id="652" name="Straight Connector 185"/>
              <p:cNvCxnSpPr/>
              <p:nvPr/>
            </p:nvCxnSpPr>
            <p:spPr>
              <a:xfrm flipV="1">
                <a:off x="636300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53" name="Straight Connector 186"/>
              <p:cNvCxnSpPr/>
              <p:nvPr/>
            </p:nvCxnSpPr>
            <p:spPr>
              <a:xfrm flipV="1">
                <a:off x="7576920" y="2227320"/>
                <a:ext cx="4615560" cy="463104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54" name="Straight Connector 187"/>
              <p:cNvCxnSpPr/>
              <p:nvPr/>
            </p:nvCxnSpPr>
            <p:spPr>
              <a:xfrm flipV="1">
                <a:off x="879336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55" name="Straight Connector 188"/>
              <p:cNvCxnSpPr/>
              <p:nvPr/>
            </p:nvCxnSpPr>
            <p:spPr>
              <a:xfrm flipV="1">
                <a:off x="999540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  <p:cxnSp>
            <p:nvCxnSpPr>
              <p:cNvPr id="656" name="Straight Connector 189"/>
              <p:cNvCxnSpPr/>
              <p:nvPr/>
            </p:nvCxnSpPr>
            <p:spPr>
              <a:xfrm flipV="1">
                <a:off x="11204640" y="5864400"/>
                <a:ext cx="987840" cy="993960"/>
              </a:xfrm>
              <a:prstGeom prst="straightConnector1">
                <a:avLst/>
              </a:prstGeom>
              <a:ln w="0">
                <a:solidFill>
                  <a:srgbClr val="d9d9d9">
                    <a:alpha val="30000"/>
                  </a:srgbClr>
                </a:solidFill>
              </a:ln>
            </p:spPr>
          </p:cxnSp>
        </p:grpSp>
      </p:grpSp>
      <p:sp>
        <p:nvSpPr>
          <p:cNvPr id="657" name="PlaceHolder 1"/>
          <p:cNvSpPr>
            <a:spLocks noGrp="1"/>
          </p:cNvSpPr>
          <p:nvPr>
            <p:ph type="ftr" idx="19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8" name="PlaceHolder 2"/>
          <p:cNvSpPr>
            <a:spLocks noGrp="1"/>
          </p:cNvSpPr>
          <p:nvPr>
            <p:ph type="sldNum" idx="20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0DD9CD5-15F5-4192-8EFA-EC51FD1EDB20}" type="slidenum"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9" name="PlaceHolder 3"/>
          <p:cNvSpPr>
            <a:spLocks noGrp="1"/>
          </p:cNvSpPr>
          <p:nvPr>
            <p:ph type="dt" idx="21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15a3e"/>
            </a:gs>
            <a:gs pos="100000">
              <a:srgbClr val="af432a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0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661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2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3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4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5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6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7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8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69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0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1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2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3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4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5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676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677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678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79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80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81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82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683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684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685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686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687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688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689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0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1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2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3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694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695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6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7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8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699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700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701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02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03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04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05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706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07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08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09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10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711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grpSp>
        <p:nvGrpSpPr>
          <p:cNvPr id="712" name="Group 8"/>
          <p:cNvGrpSpPr/>
          <p:nvPr/>
        </p:nvGrpSpPr>
        <p:grpSpPr>
          <a:xfrm>
            <a:off x="0" y="0"/>
            <a:ext cx="12192120" cy="6858360"/>
            <a:chOff x="0" y="0"/>
            <a:chExt cx="12192120" cy="6858360"/>
          </a:xfrm>
        </p:grpSpPr>
        <p:cxnSp>
          <p:nvCxnSpPr>
            <p:cNvPr id="713" name="Straight Connector 9"/>
            <p:cNvCxnSpPr/>
            <p:nvPr/>
          </p:nvCxnSpPr>
          <p:spPr>
            <a:xfrm>
              <a:off x="6098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4" name="Straight Connector 10"/>
            <p:cNvCxnSpPr/>
            <p:nvPr/>
          </p:nvCxnSpPr>
          <p:spPr>
            <a:xfrm>
              <a:off x="18291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5" name="Straight Connector 11"/>
            <p:cNvCxnSpPr/>
            <p:nvPr/>
          </p:nvCxnSpPr>
          <p:spPr>
            <a:xfrm>
              <a:off x="30481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6" name="Straight Connector 12"/>
            <p:cNvCxnSpPr/>
            <p:nvPr/>
          </p:nvCxnSpPr>
          <p:spPr>
            <a:xfrm>
              <a:off x="42674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7" name="Straight Connector 13"/>
            <p:cNvCxnSpPr/>
            <p:nvPr/>
          </p:nvCxnSpPr>
          <p:spPr>
            <a:xfrm>
              <a:off x="54864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8" name="Straight Connector 14"/>
            <p:cNvCxnSpPr/>
            <p:nvPr/>
          </p:nvCxnSpPr>
          <p:spPr>
            <a:xfrm>
              <a:off x="67057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19" name="Straight Connector 15"/>
            <p:cNvCxnSpPr/>
            <p:nvPr/>
          </p:nvCxnSpPr>
          <p:spPr>
            <a:xfrm>
              <a:off x="79246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0" name="Straight Connector 16"/>
            <p:cNvCxnSpPr/>
            <p:nvPr/>
          </p:nvCxnSpPr>
          <p:spPr>
            <a:xfrm>
              <a:off x="91440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1" name="Straight Connector 17"/>
            <p:cNvCxnSpPr/>
            <p:nvPr/>
          </p:nvCxnSpPr>
          <p:spPr>
            <a:xfrm>
              <a:off x="103629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2" name="Straight Connector 18"/>
            <p:cNvCxnSpPr/>
            <p:nvPr/>
          </p:nvCxnSpPr>
          <p:spPr>
            <a:xfrm>
              <a:off x="115822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3" name="Straight Connector 19"/>
            <p:cNvCxnSpPr/>
            <p:nvPr/>
          </p:nvCxnSpPr>
          <p:spPr>
            <a:xfrm>
              <a:off x="2520" y="3862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4" name="Straight Connector 20"/>
            <p:cNvCxnSpPr/>
            <p:nvPr/>
          </p:nvCxnSpPr>
          <p:spPr>
            <a:xfrm>
              <a:off x="2520" y="161100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5" name="Straight Connector 21"/>
            <p:cNvCxnSpPr/>
            <p:nvPr/>
          </p:nvCxnSpPr>
          <p:spPr>
            <a:xfrm>
              <a:off x="2520" y="283572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6" name="Straight Connector 22"/>
            <p:cNvCxnSpPr/>
            <p:nvPr/>
          </p:nvCxnSpPr>
          <p:spPr>
            <a:xfrm>
              <a:off x="2520" y="406044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7" name="Straight Connector 23"/>
            <p:cNvCxnSpPr/>
            <p:nvPr/>
          </p:nvCxnSpPr>
          <p:spPr>
            <a:xfrm>
              <a:off x="2520" y="528516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728" name="Straight Connector 24"/>
            <p:cNvCxnSpPr/>
            <p:nvPr/>
          </p:nvCxnSpPr>
          <p:spPr>
            <a:xfrm>
              <a:off x="2520" y="65098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grpSp>
          <p:nvGrpSpPr>
            <p:cNvPr id="729" name="Group 25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730" name="Straight Connector 43"/>
              <p:cNvCxnSpPr/>
              <p:nvPr/>
            </p:nvCxnSpPr>
            <p:spPr>
              <a:xfrm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31" name="Straight Connector 44"/>
              <p:cNvCxnSpPr/>
              <p:nvPr/>
            </p:nvCxnSpPr>
            <p:spPr>
              <a:xfrm>
                <a:off x="14490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32" name="Straight Connector 45"/>
              <p:cNvCxnSpPr/>
              <p:nvPr/>
            </p:nvCxnSpPr>
            <p:spPr>
              <a:xfrm>
                <a:off x="26658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33" name="Straight Connector 46"/>
              <p:cNvCxnSpPr/>
              <p:nvPr/>
            </p:nvCxnSpPr>
            <p:spPr>
              <a:xfrm>
                <a:off x="3884760" y="0"/>
                <a:ext cx="681696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34" name="Straight Connector 47"/>
              <p:cNvCxnSpPr/>
              <p:nvPr/>
            </p:nvCxnSpPr>
            <p:spPr>
              <a:xfrm>
                <a:off x="510624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735" name="Group 48"/>
              <p:cNvGrpSpPr/>
              <p:nvPr/>
            </p:nvGrpSpPr>
            <p:grpSpPr>
              <a:xfrm>
                <a:off x="6327720" y="0"/>
                <a:ext cx="5864400" cy="5898960"/>
                <a:chOff x="6327720" y="0"/>
                <a:chExt cx="5864400" cy="5898960"/>
              </a:xfrm>
            </p:grpSpPr>
            <p:cxnSp>
              <p:nvCxnSpPr>
                <p:cNvPr id="736" name="Straight Connector 54"/>
                <p:cNvCxnSpPr/>
                <p:nvPr/>
              </p:nvCxnSpPr>
              <p:spPr>
                <a:xfrm>
                  <a:off x="632772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37" name="Straight Connector 55"/>
                <p:cNvCxnSpPr/>
                <p:nvPr/>
              </p:nvCxnSpPr>
              <p:spPr>
                <a:xfrm>
                  <a:off x="754920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38" name="Straight Connector 56"/>
                <p:cNvCxnSpPr/>
                <p:nvPr/>
              </p:nvCxnSpPr>
              <p:spPr>
                <a:xfrm>
                  <a:off x="877284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39" name="Straight Connector 57"/>
                <p:cNvCxnSpPr/>
                <p:nvPr/>
              </p:nvCxnSpPr>
              <p:spPr>
                <a:xfrm>
                  <a:off x="998208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40" name="Straight Connector 58"/>
                <p:cNvCxnSpPr/>
                <p:nvPr/>
              </p:nvCxnSpPr>
              <p:spPr>
                <a:xfrm>
                  <a:off x="1119888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741" name="Straight Connector 49"/>
              <p:cNvCxnSpPr/>
              <p:nvPr/>
            </p:nvCxnSpPr>
            <p:spPr>
              <a:xfrm flipH="1" flipV="1">
                <a:off x="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2" name="Straight Connector 50"/>
              <p:cNvCxnSpPr/>
              <p:nvPr/>
            </p:nvCxnSpPr>
            <p:spPr>
              <a:xfrm flipH="1" flipV="1">
                <a:off x="0" y="2227320"/>
                <a:ext cx="461520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3" name="Straight Connector 51"/>
              <p:cNvCxnSpPr/>
              <p:nvPr/>
            </p:nvCxnSpPr>
            <p:spPr>
              <a:xfrm flipH="1" flipV="1">
                <a:off x="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4" name="Straight Connector 52"/>
              <p:cNvCxnSpPr/>
              <p:nvPr/>
            </p:nvCxnSpPr>
            <p:spPr>
              <a:xfrm flipH="1" flipV="1">
                <a:off x="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5" name="Straight Connector 53"/>
              <p:cNvCxnSpPr/>
              <p:nvPr/>
            </p:nvCxnSpPr>
            <p:spPr>
              <a:xfrm flipH="1" flipV="1">
                <a:off x="0" y="5864400"/>
                <a:ext cx="98748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  <p:grpSp>
          <p:nvGrpSpPr>
            <p:cNvPr id="746" name="Group 26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747" name="Straight Connector 27"/>
              <p:cNvCxnSpPr/>
              <p:nvPr/>
            </p:nvCxnSpPr>
            <p:spPr>
              <a:xfrm flipH="1">
                <a:off x="515052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8" name="Straight Connector 28"/>
              <p:cNvCxnSpPr/>
              <p:nvPr/>
            </p:nvCxnSpPr>
            <p:spPr>
              <a:xfrm flipH="1">
                <a:off x="39268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49" name="Straight Connector 29"/>
              <p:cNvCxnSpPr/>
              <p:nvPr/>
            </p:nvCxnSpPr>
            <p:spPr>
              <a:xfrm flipH="1">
                <a:off x="27100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50" name="Straight Connector 30"/>
              <p:cNvCxnSpPr/>
              <p:nvPr/>
            </p:nvCxnSpPr>
            <p:spPr>
              <a:xfrm flipH="1">
                <a:off x="14907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51" name="Straight Connector 31"/>
              <p:cNvCxnSpPr/>
              <p:nvPr/>
            </p:nvCxnSpPr>
            <p:spPr>
              <a:xfrm flipH="1"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752" name="Group 32"/>
              <p:cNvGrpSpPr/>
              <p:nvPr/>
            </p:nvGrpSpPr>
            <p:grpSpPr>
              <a:xfrm>
                <a:off x="0" y="0"/>
                <a:ext cx="5864400" cy="5898960"/>
                <a:chOff x="0" y="0"/>
                <a:chExt cx="5864400" cy="5898960"/>
              </a:xfrm>
            </p:grpSpPr>
            <p:cxnSp>
              <p:nvCxnSpPr>
                <p:cNvPr id="753" name="Straight Connector 38"/>
                <p:cNvCxnSpPr/>
                <p:nvPr/>
              </p:nvCxnSpPr>
              <p:spPr>
                <a:xfrm flipH="1">
                  <a:off x="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54" name="Straight Connector 39"/>
                <p:cNvCxnSpPr/>
                <p:nvPr/>
              </p:nvCxnSpPr>
              <p:spPr>
                <a:xfrm flipH="1">
                  <a:off x="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55" name="Straight Connector 40"/>
                <p:cNvCxnSpPr/>
                <p:nvPr/>
              </p:nvCxnSpPr>
              <p:spPr>
                <a:xfrm flipH="1">
                  <a:off x="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56" name="Straight Connector 41"/>
                <p:cNvCxnSpPr/>
                <p:nvPr/>
              </p:nvCxnSpPr>
              <p:spPr>
                <a:xfrm flipH="1">
                  <a:off x="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757" name="Straight Connector 42"/>
                <p:cNvCxnSpPr/>
                <p:nvPr/>
              </p:nvCxnSpPr>
              <p:spPr>
                <a:xfrm flipH="1">
                  <a:off x="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758" name="Straight Connector 33"/>
              <p:cNvCxnSpPr/>
              <p:nvPr/>
            </p:nvCxnSpPr>
            <p:spPr>
              <a:xfrm flipV="1">
                <a:off x="636300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59" name="Straight Connector 34"/>
              <p:cNvCxnSpPr/>
              <p:nvPr/>
            </p:nvCxnSpPr>
            <p:spPr>
              <a:xfrm flipV="1">
                <a:off x="7576920" y="2227320"/>
                <a:ext cx="461556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60" name="Straight Connector 35"/>
              <p:cNvCxnSpPr/>
              <p:nvPr/>
            </p:nvCxnSpPr>
            <p:spPr>
              <a:xfrm flipV="1">
                <a:off x="879336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61" name="Straight Connector 36"/>
              <p:cNvCxnSpPr/>
              <p:nvPr/>
            </p:nvCxnSpPr>
            <p:spPr>
              <a:xfrm flipV="1">
                <a:off x="999540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762" name="Straight Connector 37"/>
              <p:cNvCxnSpPr/>
              <p:nvPr/>
            </p:nvCxnSpPr>
            <p:spPr>
              <a:xfrm flipV="1">
                <a:off x="11204640" y="5864400"/>
                <a:ext cx="98784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</p:grpSp>
      <p:sp>
        <p:nvSpPr>
          <p:cNvPr id="763" name="Rectangle 6"/>
          <p:cNvSpPr/>
          <p:nvPr/>
        </p:nvSpPr>
        <p:spPr>
          <a:xfrm>
            <a:off x="0" y="0"/>
            <a:ext cx="7314480" cy="6857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764" name="Straight Connector 59"/>
          <p:cNvCxnSpPr/>
          <p:nvPr/>
        </p:nvCxnSpPr>
        <p:spPr>
          <a:xfrm>
            <a:off x="7922880" y="2895480"/>
            <a:ext cx="3660120" cy="72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765" name="PlaceHolder 1"/>
          <p:cNvSpPr>
            <a:spLocks noGrp="1"/>
          </p:cNvSpPr>
          <p:nvPr>
            <p:ph type="ftr" idx="22"/>
          </p:nvPr>
        </p:nvSpPr>
        <p:spPr>
          <a:xfrm>
            <a:off x="609480" y="6289560"/>
            <a:ext cx="61272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chemeClr val="dk1">
                    <a:lumMod val="90000"/>
                    <a:lumOff val="10000"/>
                  </a:schemeClr>
                </a:solidFill>
                <a:latin typeface="Arial"/>
              </a:rPr>
              <a:t>&lt;footer&gt;</a:t>
            </a:r>
            <a:endParaRPr b="0" lang="en-CA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6" name="PlaceHolder 2"/>
          <p:cNvSpPr>
            <a:spLocks noGrp="1"/>
          </p:cNvSpPr>
          <p:nvPr>
            <p:ph type="sldNum" idx="23"/>
          </p:nvPr>
        </p:nvSpPr>
        <p:spPr>
          <a:xfrm>
            <a:off x="10665360" y="6289560"/>
            <a:ext cx="91800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100" spc="-1" strike="noStrike">
                <a:solidFill>
                  <a:schemeClr val="lt1">
                    <a:lumMod val="90000"/>
                    <a:lumOff val="10000"/>
                  </a:schemeClr>
                </a:solidFill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6CC938-160B-4F82-A82C-0A9F01A1CFE7}" type="slidenum">
              <a:rPr b="0" lang="en-US" sz="1100" spc="-1" strike="noStrike">
                <a:solidFill>
                  <a:schemeClr val="lt1">
                    <a:lumMod val="90000"/>
                    <a:lumOff val="10000"/>
                  </a:schemeClr>
                </a:solidFill>
                <a:latin typeface="Arial"/>
              </a:rPr>
              <a:t>&lt;number&gt;</a:t>
            </a:fld>
            <a:endParaRPr b="0" lang="en-CA" sz="11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dt" idx="24"/>
          </p:nvPr>
        </p:nvSpPr>
        <p:spPr>
          <a:xfrm>
            <a:off x="9294120" y="6289560"/>
            <a:ext cx="965160" cy="22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CA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CA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en-CA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15a3e"/>
            </a:gs>
            <a:gs pos="100000">
              <a:srgbClr val="af432a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Group 95"/>
          <p:cNvGrpSpPr/>
          <p:nvPr/>
        </p:nvGrpSpPr>
        <p:grpSpPr>
          <a:xfrm>
            <a:off x="0" y="-195840"/>
            <a:ext cx="12192120" cy="6858000"/>
            <a:chOff x="0" y="-195840"/>
            <a:chExt cx="12192120" cy="6858000"/>
          </a:xfrm>
        </p:grpSpPr>
        <p:cxnSp>
          <p:nvCxnSpPr>
            <p:cNvPr id="769" name="Straight Connector 96"/>
            <p:cNvCxnSpPr/>
            <p:nvPr/>
          </p:nvCxnSpPr>
          <p:spPr>
            <a:xfrm>
              <a:off x="6098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0" name="Straight Connector 97"/>
            <p:cNvCxnSpPr/>
            <p:nvPr/>
          </p:nvCxnSpPr>
          <p:spPr>
            <a:xfrm>
              <a:off x="18291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1" name="Straight Connector 98"/>
            <p:cNvCxnSpPr/>
            <p:nvPr/>
          </p:nvCxnSpPr>
          <p:spPr>
            <a:xfrm>
              <a:off x="30481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2" name="Straight Connector 99"/>
            <p:cNvCxnSpPr/>
            <p:nvPr/>
          </p:nvCxnSpPr>
          <p:spPr>
            <a:xfrm>
              <a:off x="426744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3" name="Straight Connector 100"/>
            <p:cNvCxnSpPr/>
            <p:nvPr/>
          </p:nvCxnSpPr>
          <p:spPr>
            <a:xfrm>
              <a:off x="54864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4" name="Straight Connector 101"/>
            <p:cNvCxnSpPr/>
            <p:nvPr/>
          </p:nvCxnSpPr>
          <p:spPr>
            <a:xfrm>
              <a:off x="670572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5" name="Straight Connector 102"/>
            <p:cNvCxnSpPr/>
            <p:nvPr/>
          </p:nvCxnSpPr>
          <p:spPr>
            <a:xfrm>
              <a:off x="79246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6" name="Straight Connector 103"/>
            <p:cNvCxnSpPr/>
            <p:nvPr/>
          </p:nvCxnSpPr>
          <p:spPr>
            <a:xfrm>
              <a:off x="914400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7" name="Straight Connector 104"/>
            <p:cNvCxnSpPr/>
            <p:nvPr/>
          </p:nvCxnSpPr>
          <p:spPr>
            <a:xfrm>
              <a:off x="1036296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8" name="Straight Connector 105"/>
            <p:cNvCxnSpPr/>
            <p:nvPr/>
          </p:nvCxnSpPr>
          <p:spPr>
            <a:xfrm>
              <a:off x="11582280" y="-195840"/>
              <a:ext cx="720" cy="685836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79" name="Straight Connector 106"/>
            <p:cNvCxnSpPr/>
            <p:nvPr/>
          </p:nvCxnSpPr>
          <p:spPr>
            <a:xfrm>
              <a:off x="2520" y="19044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80" name="Straight Connector 107"/>
            <p:cNvCxnSpPr/>
            <p:nvPr/>
          </p:nvCxnSpPr>
          <p:spPr>
            <a:xfrm>
              <a:off x="2520" y="141516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81" name="Straight Connector 108"/>
            <p:cNvCxnSpPr/>
            <p:nvPr/>
          </p:nvCxnSpPr>
          <p:spPr>
            <a:xfrm>
              <a:off x="2520" y="26398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82" name="Straight Connector 109"/>
            <p:cNvCxnSpPr/>
            <p:nvPr/>
          </p:nvCxnSpPr>
          <p:spPr>
            <a:xfrm>
              <a:off x="2520" y="386460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83" name="Straight Connector 110"/>
            <p:cNvCxnSpPr/>
            <p:nvPr/>
          </p:nvCxnSpPr>
          <p:spPr>
            <a:xfrm>
              <a:off x="2520" y="508932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cxnSp>
          <p:nvCxnSpPr>
            <p:cNvPr id="784" name="Straight Connector 111"/>
            <p:cNvCxnSpPr/>
            <p:nvPr/>
          </p:nvCxnSpPr>
          <p:spPr>
            <a:xfrm>
              <a:off x="2520" y="6313680"/>
              <a:ext cx="12189960" cy="720"/>
            </a:xfrm>
            <a:prstGeom prst="straightConnector1">
              <a:avLst/>
            </a:prstGeom>
            <a:ln w="0">
              <a:solidFill>
                <a:srgbClr val="d9d9d9">
                  <a:alpha val="25000"/>
                </a:srgbClr>
              </a:solidFill>
            </a:ln>
          </p:spPr>
        </p:cxnSp>
        <p:grpSp>
          <p:nvGrpSpPr>
            <p:cNvPr id="785" name="Group 112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786" name="Straight Connector 130"/>
              <p:cNvCxnSpPr/>
              <p:nvPr/>
            </p:nvCxnSpPr>
            <p:spPr>
              <a:xfrm>
                <a:off x="2253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87" name="Straight Connector 131"/>
              <p:cNvCxnSpPr/>
              <p:nvPr/>
            </p:nvCxnSpPr>
            <p:spPr>
              <a:xfrm>
                <a:off x="14490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88" name="Straight Connector 132"/>
              <p:cNvCxnSpPr/>
              <p:nvPr/>
            </p:nvCxnSpPr>
            <p:spPr>
              <a:xfrm>
                <a:off x="266580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89" name="Straight Connector 133"/>
              <p:cNvCxnSpPr/>
              <p:nvPr/>
            </p:nvCxnSpPr>
            <p:spPr>
              <a:xfrm>
                <a:off x="3884760" y="-195840"/>
                <a:ext cx="681696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90" name="Straight Connector 134"/>
              <p:cNvCxnSpPr/>
              <p:nvPr/>
            </p:nvCxnSpPr>
            <p:spPr>
              <a:xfrm>
                <a:off x="510624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791" name="Group 135"/>
              <p:cNvGrpSpPr/>
              <p:nvPr/>
            </p:nvGrpSpPr>
            <p:grpSpPr>
              <a:xfrm>
                <a:off x="6327720" y="-195840"/>
                <a:ext cx="5864400" cy="5898600"/>
                <a:chOff x="6327720" y="-195840"/>
                <a:chExt cx="5864400" cy="5898600"/>
              </a:xfrm>
            </p:grpSpPr>
            <p:cxnSp>
              <p:nvCxnSpPr>
                <p:cNvPr id="792" name="Straight Connector 141"/>
                <p:cNvCxnSpPr/>
                <p:nvPr/>
              </p:nvCxnSpPr>
              <p:spPr>
                <a:xfrm>
                  <a:off x="632772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93" name="Straight Connector 142"/>
                <p:cNvCxnSpPr/>
                <p:nvPr/>
              </p:nvCxnSpPr>
              <p:spPr>
                <a:xfrm>
                  <a:off x="754920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94" name="Straight Connector 143"/>
                <p:cNvCxnSpPr/>
                <p:nvPr/>
              </p:nvCxnSpPr>
              <p:spPr>
                <a:xfrm>
                  <a:off x="877284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95" name="Straight Connector 144"/>
                <p:cNvCxnSpPr/>
                <p:nvPr/>
              </p:nvCxnSpPr>
              <p:spPr>
                <a:xfrm>
                  <a:off x="998208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796" name="Straight Connector 145"/>
                <p:cNvCxnSpPr/>
                <p:nvPr/>
              </p:nvCxnSpPr>
              <p:spPr>
                <a:xfrm>
                  <a:off x="1119888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797" name="Straight Connector 136"/>
              <p:cNvCxnSpPr/>
              <p:nvPr/>
            </p:nvCxnSpPr>
            <p:spPr>
              <a:xfrm flipH="1" flipV="1">
                <a:off x="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98" name="Straight Connector 137"/>
              <p:cNvCxnSpPr/>
              <p:nvPr/>
            </p:nvCxnSpPr>
            <p:spPr>
              <a:xfrm flipH="1" flipV="1">
                <a:off x="0" y="2031120"/>
                <a:ext cx="461520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799" name="Straight Connector 138"/>
              <p:cNvCxnSpPr/>
              <p:nvPr/>
            </p:nvCxnSpPr>
            <p:spPr>
              <a:xfrm flipH="1" flipV="1">
                <a:off x="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0" name="Straight Connector 139"/>
              <p:cNvCxnSpPr/>
              <p:nvPr/>
            </p:nvCxnSpPr>
            <p:spPr>
              <a:xfrm flipH="1" flipV="1">
                <a:off x="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1" name="Straight Connector 140"/>
              <p:cNvCxnSpPr/>
              <p:nvPr/>
            </p:nvCxnSpPr>
            <p:spPr>
              <a:xfrm flipH="1" flipV="1">
                <a:off x="0" y="5668200"/>
                <a:ext cx="98748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  <p:grpSp>
          <p:nvGrpSpPr>
            <p:cNvPr id="802" name="Group 113"/>
            <p:cNvGrpSpPr/>
            <p:nvPr/>
          </p:nvGrpSpPr>
          <p:grpSpPr>
            <a:xfrm>
              <a:off x="0" y="-195840"/>
              <a:ext cx="12192120" cy="6858000"/>
              <a:chOff x="0" y="-195840"/>
              <a:chExt cx="12192120" cy="6858000"/>
            </a:xfrm>
          </p:grpSpPr>
          <p:cxnSp>
            <p:nvCxnSpPr>
              <p:cNvPr id="803" name="Straight Connector 114"/>
              <p:cNvCxnSpPr/>
              <p:nvPr/>
            </p:nvCxnSpPr>
            <p:spPr>
              <a:xfrm flipH="1">
                <a:off x="515052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4" name="Straight Connector 115"/>
              <p:cNvCxnSpPr/>
              <p:nvPr/>
            </p:nvCxnSpPr>
            <p:spPr>
              <a:xfrm flipH="1">
                <a:off x="39268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5" name="Straight Connector 116"/>
              <p:cNvCxnSpPr/>
              <p:nvPr/>
            </p:nvCxnSpPr>
            <p:spPr>
              <a:xfrm flipH="1">
                <a:off x="27100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6" name="Straight Connector 117"/>
              <p:cNvCxnSpPr/>
              <p:nvPr/>
            </p:nvCxnSpPr>
            <p:spPr>
              <a:xfrm flipH="1">
                <a:off x="149076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07" name="Straight Connector 118"/>
              <p:cNvCxnSpPr/>
              <p:nvPr/>
            </p:nvCxnSpPr>
            <p:spPr>
              <a:xfrm flipH="1">
                <a:off x="269280" y="-195840"/>
                <a:ext cx="6816600" cy="68583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grpSp>
            <p:nvGrpSpPr>
              <p:cNvPr id="808" name="Group 119"/>
              <p:cNvGrpSpPr/>
              <p:nvPr/>
            </p:nvGrpSpPr>
            <p:grpSpPr>
              <a:xfrm>
                <a:off x="0" y="-195840"/>
                <a:ext cx="5864400" cy="5898600"/>
                <a:chOff x="0" y="-195840"/>
                <a:chExt cx="5864400" cy="5898600"/>
              </a:xfrm>
            </p:grpSpPr>
            <p:cxnSp>
              <p:nvCxnSpPr>
                <p:cNvPr id="809" name="Straight Connector 125"/>
                <p:cNvCxnSpPr/>
                <p:nvPr/>
              </p:nvCxnSpPr>
              <p:spPr>
                <a:xfrm flipH="1">
                  <a:off x="0" y="-195840"/>
                  <a:ext cx="5864760" cy="5898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810" name="Straight Connector 126"/>
                <p:cNvCxnSpPr/>
                <p:nvPr/>
              </p:nvCxnSpPr>
              <p:spPr>
                <a:xfrm flipH="1">
                  <a:off x="0" y="-19584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811" name="Straight Connector 127"/>
                <p:cNvCxnSpPr/>
                <p:nvPr/>
              </p:nvCxnSpPr>
              <p:spPr>
                <a:xfrm flipH="1">
                  <a:off x="0" y="-195840"/>
                  <a:ext cx="3419640" cy="345708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812" name="Straight Connector 128"/>
                <p:cNvCxnSpPr/>
                <p:nvPr/>
              </p:nvCxnSpPr>
              <p:spPr>
                <a:xfrm flipH="1">
                  <a:off x="0" y="-19584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  <p:cxnSp>
              <p:nvCxnSpPr>
                <p:cNvPr id="813" name="Straight Connector 129"/>
                <p:cNvCxnSpPr/>
                <p:nvPr/>
              </p:nvCxnSpPr>
              <p:spPr>
                <a:xfrm flipH="1">
                  <a:off x="0" y="-19584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d9d9d9">
                      <a:alpha val="25000"/>
                    </a:srgbClr>
                  </a:solidFill>
                </a:ln>
              </p:spPr>
            </p:cxnSp>
          </p:grpSp>
          <p:cxnSp>
            <p:nvCxnSpPr>
              <p:cNvPr id="814" name="Straight Connector 120"/>
              <p:cNvCxnSpPr/>
              <p:nvPr/>
            </p:nvCxnSpPr>
            <p:spPr>
              <a:xfrm flipV="1">
                <a:off x="6363000" y="815760"/>
                <a:ext cx="5829480" cy="58467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15" name="Straight Connector 121"/>
              <p:cNvCxnSpPr/>
              <p:nvPr/>
            </p:nvCxnSpPr>
            <p:spPr>
              <a:xfrm flipV="1">
                <a:off x="7576920" y="2031120"/>
                <a:ext cx="4615560" cy="463140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16" name="Straight Connector 122"/>
              <p:cNvCxnSpPr/>
              <p:nvPr/>
            </p:nvCxnSpPr>
            <p:spPr>
              <a:xfrm flipV="1">
                <a:off x="8793360" y="3236040"/>
                <a:ext cx="3399120" cy="342648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17" name="Straight Connector 123"/>
              <p:cNvCxnSpPr/>
              <p:nvPr/>
            </p:nvCxnSpPr>
            <p:spPr>
              <a:xfrm flipV="1">
                <a:off x="9995400" y="4455360"/>
                <a:ext cx="2197080" cy="220716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  <p:cxnSp>
            <p:nvCxnSpPr>
              <p:cNvPr id="818" name="Straight Connector 124"/>
              <p:cNvCxnSpPr/>
              <p:nvPr/>
            </p:nvCxnSpPr>
            <p:spPr>
              <a:xfrm flipV="1">
                <a:off x="11204640" y="5668200"/>
                <a:ext cx="987840" cy="994320"/>
              </a:xfrm>
              <a:prstGeom prst="straightConnector1">
                <a:avLst/>
              </a:prstGeom>
              <a:ln w="0">
                <a:solidFill>
                  <a:srgbClr val="d9d9d9">
                    <a:alpha val="25000"/>
                  </a:srgbClr>
                </a:solidFill>
              </a:ln>
            </p:spPr>
          </p:cxnSp>
        </p:grpSp>
      </p:grpSp>
      <p:cxnSp>
        <p:nvCxnSpPr>
          <p:cNvPr id="819" name="Straight Connector 147"/>
          <p:cNvCxnSpPr/>
          <p:nvPr/>
        </p:nvCxnSpPr>
        <p:spPr>
          <a:xfrm>
            <a:off x="609480" y="6172200"/>
            <a:ext cx="10973520" cy="720"/>
          </a:xfrm>
          <a:prstGeom prst="straightConnector1">
            <a:avLst/>
          </a:prstGeom>
          <a:ln w="12700">
            <a:solidFill>
              <a:srgbClr val="a43f27"/>
            </a:solidFill>
            <a:round/>
          </a:ln>
        </p:spPr>
      </p:cxnSp>
      <p:grpSp>
        <p:nvGrpSpPr>
          <p:cNvPr id="820" name="Group 7"/>
          <p:cNvGrpSpPr/>
          <p:nvPr/>
        </p:nvGrpSpPr>
        <p:grpSpPr>
          <a:xfrm>
            <a:off x="0" y="0"/>
            <a:ext cx="12192120" cy="6858360"/>
            <a:chOff x="0" y="0"/>
            <a:chExt cx="12192120" cy="6858360"/>
          </a:xfrm>
        </p:grpSpPr>
        <p:cxnSp>
          <p:nvCxnSpPr>
            <p:cNvPr id="821" name="Straight Connector 8"/>
            <p:cNvCxnSpPr/>
            <p:nvPr/>
          </p:nvCxnSpPr>
          <p:spPr>
            <a:xfrm>
              <a:off x="6098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2" name="Straight Connector 9"/>
            <p:cNvCxnSpPr/>
            <p:nvPr/>
          </p:nvCxnSpPr>
          <p:spPr>
            <a:xfrm>
              <a:off x="18291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3" name="Straight Connector 10"/>
            <p:cNvCxnSpPr/>
            <p:nvPr/>
          </p:nvCxnSpPr>
          <p:spPr>
            <a:xfrm>
              <a:off x="30481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4" name="Straight Connector 11"/>
            <p:cNvCxnSpPr/>
            <p:nvPr/>
          </p:nvCxnSpPr>
          <p:spPr>
            <a:xfrm>
              <a:off x="426744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5" name="Straight Connector 12"/>
            <p:cNvCxnSpPr/>
            <p:nvPr/>
          </p:nvCxnSpPr>
          <p:spPr>
            <a:xfrm>
              <a:off x="54864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6" name="Straight Connector 13"/>
            <p:cNvCxnSpPr/>
            <p:nvPr/>
          </p:nvCxnSpPr>
          <p:spPr>
            <a:xfrm>
              <a:off x="670572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7" name="Straight Connector 14"/>
            <p:cNvCxnSpPr/>
            <p:nvPr/>
          </p:nvCxnSpPr>
          <p:spPr>
            <a:xfrm>
              <a:off x="79246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8" name="Straight Connector 15"/>
            <p:cNvCxnSpPr/>
            <p:nvPr/>
          </p:nvCxnSpPr>
          <p:spPr>
            <a:xfrm>
              <a:off x="914400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29" name="Straight Connector 16"/>
            <p:cNvCxnSpPr/>
            <p:nvPr/>
          </p:nvCxnSpPr>
          <p:spPr>
            <a:xfrm>
              <a:off x="1036296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0" name="Straight Connector 17"/>
            <p:cNvCxnSpPr/>
            <p:nvPr/>
          </p:nvCxnSpPr>
          <p:spPr>
            <a:xfrm>
              <a:off x="11582280" y="0"/>
              <a:ext cx="720" cy="6858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1" name="Straight Connector 18"/>
            <p:cNvCxnSpPr/>
            <p:nvPr/>
          </p:nvCxnSpPr>
          <p:spPr>
            <a:xfrm>
              <a:off x="2520" y="3862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2" name="Straight Connector 19"/>
            <p:cNvCxnSpPr/>
            <p:nvPr/>
          </p:nvCxnSpPr>
          <p:spPr>
            <a:xfrm>
              <a:off x="2520" y="161100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3" name="Straight Connector 20"/>
            <p:cNvCxnSpPr/>
            <p:nvPr/>
          </p:nvCxnSpPr>
          <p:spPr>
            <a:xfrm>
              <a:off x="2520" y="283572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4" name="Straight Connector 21"/>
            <p:cNvCxnSpPr/>
            <p:nvPr/>
          </p:nvCxnSpPr>
          <p:spPr>
            <a:xfrm>
              <a:off x="2520" y="406044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5" name="Straight Connector 22"/>
            <p:cNvCxnSpPr/>
            <p:nvPr/>
          </p:nvCxnSpPr>
          <p:spPr>
            <a:xfrm>
              <a:off x="2520" y="528516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cxnSp>
          <p:nvCxnSpPr>
            <p:cNvPr id="836" name="Straight Connector 23"/>
            <p:cNvCxnSpPr/>
            <p:nvPr/>
          </p:nvCxnSpPr>
          <p:spPr>
            <a:xfrm>
              <a:off x="2520" y="6509880"/>
              <a:ext cx="12189960" cy="720"/>
            </a:xfrm>
            <a:prstGeom prst="straightConnector1">
              <a:avLst/>
            </a:prstGeom>
            <a:ln w="0">
              <a:solidFill>
                <a:srgbClr val="a43f27">
                  <a:alpha val="25000"/>
                </a:srgbClr>
              </a:solidFill>
            </a:ln>
          </p:spPr>
        </p:cxnSp>
        <p:grpSp>
          <p:nvGrpSpPr>
            <p:cNvPr id="837" name="Group 24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838" name="Straight Connector 42"/>
              <p:cNvCxnSpPr/>
              <p:nvPr/>
            </p:nvCxnSpPr>
            <p:spPr>
              <a:xfrm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39" name="Straight Connector 43"/>
              <p:cNvCxnSpPr/>
              <p:nvPr/>
            </p:nvCxnSpPr>
            <p:spPr>
              <a:xfrm>
                <a:off x="14490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40" name="Straight Connector 44"/>
              <p:cNvCxnSpPr/>
              <p:nvPr/>
            </p:nvCxnSpPr>
            <p:spPr>
              <a:xfrm>
                <a:off x="266580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41" name="Straight Connector 45"/>
              <p:cNvCxnSpPr/>
              <p:nvPr/>
            </p:nvCxnSpPr>
            <p:spPr>
              <a:xfrm>
                <a:off x="3884760" y="0"/>
                <a:ext cx="681696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42" name="Straight Connector 46"/>
              <p:cNvCxnSpPr/>
              <p:nvPr/>
            </p:nvCxnSpPr>
            <p:spPr>
              <a:xfrm>
                <a:off x="510624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843" name="Group 47"/>
              <p:cNvGrpSpPr/>
              <p:nvPr/>
            </p:nvGrpSpPr>
            <p:grpSpPr>
              <a:xfrm>
                <a:off x="6327720" y="0"/>
                <a:ext cx="5864400" cy="5898960"/>
                <a:chOff x="6327720" y="0"/>
                <a:chExt cx="5864400" cy="5898960"/>
              </a:xfrm>
            </p:grpSpPr>
            <p:cxnSp>
              <p:nvCxnSpPr>
                <p:cNvPr id="844" name="Straight Connector 53"/>
                <p:cNvCxnSpPr/>
                <p:nvPr/>
              </p:nvCxnSpPr>
              <p:spPr>
                <a:xfrm>
                  <a:off x="632772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45" name="Straight Connector 54"/>
                <p:cNvCxnSpPr/>
                <p:nvPr/>
              </p:nvCxnSpPr>
              <p:spPr>
                <a:xfrm>
                  <a:off x="754920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46" name="Straight Connector 55"/>
                <p:cNvCxnSpPr/>
                <p:nvPr/>
              </p:nvCxnSpPr>
              <p:spPr>
                <a:xfrm>
                  <a:off x="877284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47" name="Straight Connector 56"/>
                <p:cNvCxnSpPr/>
                <p:nvPr/>
              </p:nvCxnSpPr>
              <p:spPr>
                <a:xfrm>
                  <a:off x="998208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48" name="Straight Connector 57"/>
                <p:cNvCxnSpPr/>
                <p:nvPr/>
              </p:nvCxnSpPr>
              <p:spPr>
                <a:xfrm>
                  <a:off x="1119888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849" name="Straight Connector 48"/>
              <p:cNvCxnSpPr/>
              <p:nvPr/>
            </p:nvCxnSpPr>
            <p:spPr>
              <a:xfrm flipH="1" flipV="1">
                <a:off x="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0" name="Straight Connector 49"/>
              <p:cNvCxnSpPr/>
              <p:nvPr/>
            </p:nvCxnSpPr>
            <p:spPr>
              <a:xfrm flipH="1" flipV="1">
                <a:off x="0" y="2227320"/>
                <a:ext cx="461520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1" name="Straight Connector 50"/>
              <p:cNvCxnSpPr/>
              <p:nvPr/>
            </p:nvCxnSpPr>
            <p:spPr>
              <a:xfrm flipH="1" flipV="1">
                <a:off x="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2" name="Straight Connector 51"/>
              <p:cNvCxnSpPr/>
              <p:nvPr/>
            </p:nvCxnSpPr>
            <p:spPr>
              <a:xfrm flipH="1" flipV="1">
                <a:off x="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3" name="Straight Connector 52"/>
              <p:cNvCxnSpPr/>
              <p:nvPr/>
            </p:nvCxnSpPr>
            <p:spPr>
              <a:xfrm flipH="1" flipV="1">
                <a:off x="0" y="5864400"/>
                <a:ext cx="98748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  <p:grpSp>
          <p:nvGrpSpPr>
            <p:cNvPr id="854" name="Group 25"/>
            <p:cNvGrpSpPr/>
            <p:nvPr/>
          </p:nvGrpSpPr>
          <p:grpSpPr>
            <a:xfrm>
              <a:off x="0" y="0"/>
              <a:ext cx="12192120" cy="6858360"/>
              <a:chOff x="0" y="0"/>
              <a:chExt cx="12192120" cy="6858360"/>
            </a:xfrm>
          </p:grpSpPr>
          <p:cxnSp>
            <p:nvCxnSpPr>
              <p:cNvPr id="855" name="Straight Connector 26"/>
              <p:cNvCxnSpPr/>
              <p:nvPr/>
            </p:nvCxnSpPr>
            <p:spPr>
              <a:xfrm flipH="1">
                <a:off x="515052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6" name="Straight Connector 27"/>
              <p:cNvCxnSpPr/>
              <p:nvPr/>
            </p:nvCxnSpPr>
            <p:spPr>
              <a:xfrm flipH="1">
                <a:off x="39268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7" name="Straight Connector 28"/>
              <p:cNvCxnSpPr/>
              <p:nvPr/>
            </p:nvCxnSpPr>
            <p:spPr>
              <a:xfrm flipH="1">
                <a:off x="271008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8" name="Straight Connector 29"/>
              <p:cNvCxnSpPr/>
              <p:nvPr/>
            </p:nvCxnSpPr>
            <p:spPr>
              <a:xfrm flipH="1">
                <a:off x="14907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59" name="Straight Connector 30"/>
              <p:cNvCxnSpPr/>
              <p:nvPr/>
            </p:nvCxnSpPr>
            <p:spPr>
              <a:xfrm flipH="1">
                <a:off x="225360" y="0"/>
                <a:ext cx="6816600" cy="685872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grpSp>
            <p:nvGrpSpPr>
              <p:cNvPr id="860" name="Group 31"/>
              <p:cNvGrpSpPr/>
              <p:nvPr/>
            </p:nvGrpSpPr>
            <p:grpSpPr>
              <a:xfrm>
                <a:off x="0" y="0"/>
                <a:ext cx="5864400" cy="5898960"/>
                <a:chOff x="0" y="0"/>
                <a:chExt cx="5864400" cy="5898960"/>
              </a:xfrm>
            </p:grpSpPr>
            <p:cxnSp>
              <p:nvCxnSpPr>
                <p:cNvPr id="861" name="Straight Connector 37"/>
                <p:cNvCxnSpPr/>
                <p:nvPr/>
              </p:nvCxnSpPr>
              <p:spPr>
                <a:xfrm flipH="1">
                  <a:off x="0" y="0"/>
                  <a:ext cx="5864760" cy="589932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62" name="Straight Connector 38"/>
                <p:cNvCxnSpPr/>
                <p:nvPr/>
              </p:nvCxnSpPr>
              <p:spPr>
                <a:xfrm flipH="1">
                  <a:off x="0" y="0"/>
                  <a:ext cx="4643280" cy="467280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63" name="Straight Connector 39"/>
                <p:cNvCxnSpPr/>
                <p:nvPr/>
              </p:nvCxnSpPr>
              <p:spPr>
                <a:xfrm flipH="1">
                  <a:off x="0" y="0"/>
                  <a:ext cx="3419640" cy="345744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64" name="Straight Connector 40"/>
                <p:cNvCxnSpPr/>
                <p:nvPr/>
              </p:nvCxnSpPr>
              <p:spPr>
                <a:xfrm flipH="1">
                  <a:off x="0" y="0"/>
                  <a:ext cx="2210400" cy="2226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  <p:cxnSp>
              <p:nvCxnSpPr>
                <p:cNvPr id="865" name="Straight Connector 41"/>
                <p:cNvCxnSpPr/>
                <p:nvPr/>
              </p:nvCxnSpPr>
              <p:spPr>
                <a:xfrm flipH="1">
                  <a:off x="0" y="0"/>
                  <a:ext cx="993600" cy="1002960"/>
                </a:xfrm>
                <a:prstGeom prst="straightConnector1">
                  <a:avLst/>
                </a:prstGeom>
                <a:ln w="0">
                  <a:solidFill>
                    <a:srgbClr val="a43f27">
                      <a:alpha val="25000"/>
                    </a:srgbClr>
                  </a:solidFill>
                </a:ln>
              </p:spPr>
            </p:cxnSp>
          </p:grpSp>
          <p:cxnSp>
            <p:nvCxnSpPr>
              <p:cNvPr id="866" name="Straight Connector 32"/>
              <p:cNvCxnSpPr/>
              <p:nvPr/>
            </p:nvCxnSpPr>
            <p:spPr>
              <a:xfrm flipV="1">
                <a:off x="6363000" y="1011960"/>
                <a:ext cx="5829480" cy="584640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67" name="Straight Connector 33"/>
              <p:cNvCxnSpPr/>
              <p:nvPr/>
            </p:nvCxnSpPr>
            <p:spPr>
              <a:xfrm flipV="1">
                <a:off x="7576920" y="2227320"/>
                <a:ext cx="4615560" cy="463104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68" name="Straight Connector 34"/>
              <p:cNvCxnSpPr/>
              <p:nvPr/>
            </p:nvCxnSpPr>
            <p:spPr>
              <a:xfrm flipV="1">
                <a:off x="8793360" y="3431880"/>
                <a:ext cx="3399120" cy="342648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69" name="Straight Connector 35"/>
              <p:cNvCxnSpPr/>
              <p:nvPr/>
            </p:nvCxnSpPr>
            <p:spPr>
              <a:xfrm flipV="1">
                <a:off x="9995400" y="4651200"/>
                <a:ext cx="2197080" cy="22071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  <p:cxnSp>
            <p:nvCxnSpPr>
              <p:cNvPr id="870" name="Straight Connector 36"/>
              <p:cNvCxnSpPr/>
              <p:nvPr/>
            </p:nvCxnSpPr>
            <p:spPr>
              <a:xfrm flipV="1">
                <a:off x="11204640" y="5864400"/>
                <a:ext cx="987840" cy="993960"/>
              </a:xfrm>
              <a:prstGeom prst="straightConnector1">
                <a:avLst/>
              </a:prstGeom>
              <a:ln w="0">
                <a:solidFill>
                  <a:srgbClr val="a43f27">
                    <a:alpha val="25000"/>
                  </a:srgbClr>
                </a:solidFill>
              </a:ln>
            </p:spPr>
          </p:cxnSp>
        </p:grpSp>
      </p:grpSp>
      <p:sp>
        <p:nvSpPr>
          <p:cNvPr id="871" name="Rectangle 59"/>
          <p:cNvSpPr/>
          <p:nvPr/>
        </p:nvSpPr>
        <p:spPr>
          <a:xfrm>
            <a:off x="0" y="0"/>
            <a:ext cx="7314480" cy="6857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69000">
                <a:srgbClr val="ffffff"/>
              </a:gs>
              <a:gs pos="100000">
                <a:srgbClr val="f2f2f2"/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Arial"/>
            </a:endParaRPr>
          </a:p>
        </p:txBody>
      </p:sp>
      <p:cxnSp>
        <p:nvCxnSpPr>
          <p:cNvPr id="872" name="Straight Connector 58"/>
          <p:cNvCxnSpPr/>
          <p:nvPr/>
        </p:nvCxnSpPr>
        <p:spPr>
          <a:xfrm>
            <a:off x="7922880" y="2895480"/>
            <a:ext cx="3660120" cy="72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PlaceHolder 1"/>
          <p:cNvSpPr>
            <a:spLocks noGrp="1"/>
          </p:cNvSpPr>
          <p:nvPr>
            <p:ph type="title"/>
          </p:nvPr>
        </p:nvSpPr>
        <p:spPr>
          <a:xfrm>
            <a:off x="1293840" y="1909440"/>
            <a:ext cx="9603720" cy="3382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76000"/>
              </a:lnSpc>
              <a:buNone/>
              <a:tabLst>
                <a:tab algn="l" pos="0"/>
              </a:tabLst>
            </a:pPr>
            <a:r>
              <a:rPr b="1" lang="en-US" sz="8000" spc="-1" strike="noStrike">
                <a:solidFill>
                  <a:schemeClr val="dk1"/>
                </a:solidFill>
                <a:latin typeface="Arial"/>
              </a:rPr>
              <a:t>Mathematical Game Analysis and Optimization</a:t>
            </a:r>
            <a:endParaRPr b="0" lang="en-CA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Motivation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1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333"/>
          </a:bodyPr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Optimize and understand player decisions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Found other people’s work, but it wasn’t trying to be exact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Keep discovering really interesting solutions and techniques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Fun!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History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20-year-old game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Combat mechanics are particularly interesting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[Show fighting clip] 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Health, Max hit, Accuracy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History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400" cy="685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67" fill="hold"/>
                                        <p:tgtEl>
                                          <p:spTgt spid="8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885"/>
                </p:tgtEl>
              </p:cMediaNode>
            </p:video>
            <p:seq>
              <p:cTn id="7" restart="whenNotActive" nodeType="interactiveSeq" fill="hold">
                <p:stCondLst>
                  <p:cond delay="0" evt="onClick">
                    <p:tgtEl>
                      <p:spTgt spid="885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885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8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History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7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Crude 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Overkill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Recursive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1" lang="en-US" sz="2000" spc="-1" strike="noStrike">
                <a:solidFill>
                  <a:schemeClr val="dk1"/>
                </a:solidFill>
                <a:latin typeface="Arial"/>
              </a:rPr>
              <a:t>Markov Chain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8" name="Picture 3" descr=""/>
          <p:cNvPicPr/>
          <p:nvPr/>
        </p:nvPicPr>
        <p:blipFill>
          <a:blip r:embed="rId1"/>
          <a:stretch/>
        </p:blipFill>
        <p:spPr>
          <a:xfrm>
            <a:off x="3170520" y="1869480"/>
            <a:ext cx="1961640" cy="561240"/>
          </a:xfrm>
          <a:prstGeom prst="rect">
            <a:avLst/>
          </a:prstGeom>
          <a:ln w="0">
            <a:noFill/>
          </a:ln>
        </p:spPr>
      </p:pic>
      <p:pic>
        <p:nvPicPr>
          <p:cNvPr id="889" name="Picture 4" descr=""/>
          <p:cNvPicPr/>
          <p:nvPr/>
        </p:nvPicPr>
        <p:blipFill>
          <a:blip r:embed="rId2"/>
          <a:stretch/>
        </p:blipFill>
        <p:spPr>
          <a:xfrm>
            <a:off x="3084840" y="2766600"/>
            <a:ext cx="3962160" cy="713880"/>
          </a:xfrm>
          <a:prstGeom prst="rect">
            <a:avLst/>
          </a:prstGeom>
          <a:ln w="0">
            <a:noFill/>
          </a:ln>
        </p:spPr>
      </p:pic>
      <p:pic>
        <p:nvPicPr>
          <p:cNvPr id="890" name="Picture 5" descr=""/>
          <p:cNvPicPr/>
          <p:nvPr/>
        </p:nvPicPr>
        <p:blipFill>
          <a:blip r:embed="rId3"/>
          <a:stretch/>
        </p:blipFill>
        <p:spPr>
          <a:xfrm>
            <a:off x="3409560" y="3993120"/>
            <a:ext cx="2371320" cy="428040"/>
          </a:xfrm>
          <a:prstGeom prst="rect">
            <a:avLst/>
          </a:prstGeom>
          <a:ln w="0">
            <a:noFill/>
          </a:ln>
        </p:spPr>
      </p:pic>
      <p:pic>
        <p:nvPicPr>
          <p:cNvPr id="891" name="Picture 6" descr=""/>
          <p:cNvPicPr/>
          <p:nvPr/>
        </p:nvPicPr>
        <p:blipFill>
          <a:blip r:embed="rId4"/>
          <a:stretch/>
        </p:blipFill>
        <p:spPr>
          <a:xfrm>
            <a:off x="3506760" y="4761360"/>
            <a:ext cx="5420520" cy="873720"/>
          </a:xfrm>
          <a:prstGeom prst="rect">
            <a:avLst/>
          </a:prstGeom>
          <a:ln w="0">
            <a:noFill/>
          </a:ln>
        </p:spPr>
      </p:pic>
      <p:pic>
        <p:nvPicPr>
          <p:cNvPr id="892" name="Picture 7" descr=""/>
          <p:cNvPicPr/>
          <p:nvPr/>
        </p:nvPicPr>
        <p:blipFill>
          <a:blip r:embed="rId5"/>
          <a:stretch/>
        </p:blipFill>
        <p:spPr>
          <a:xfrm>
            <a:off x="7895880" y="3123720"/>
            <a:ext cx="4110840" cy="10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Comparison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4" name="Content Placeholder 7" descr=""/>
          <p:cNvPicPr/>
          <p:nvPr/>
        </p:nvPicPr>
        <p:blipFill>
          <a:blip r:embed="rId1"/>
          <a:stretch/>
        </p:blipFill>
        <p:spPr>
          <a:xfrm>
            <a:off x="909720" y="1646280"/>
            <a:ext cx="9869760" cy="47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Comparison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96" name="Content Placeholder 3" descr=""/>
          <p:cNvPicPr/>
          <p:nvPr/>
        </p:nvPicPr>
        <p:blipFill>
          <a:blip r:embed="rId1"/>
          <a:stretch/>
        </p:blipFill>
        <p:spPr>
          <a:xfrm>
            <a:off x="107640" y="1938600"/>
            <a:ext cx="11739240" cy="3867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Comparison of Models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8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Markov is analytically exact!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But only average is computed, what about other statistics?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Confidence Interval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Variance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Probability of winning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Need ! [Go to solution]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Picture 6" descr=""/>
          <p:cNvPicPr/>
          <p:nvPr/>
        </p:nvPicPr>
        <p:blipFill>
          <a:blip r:embed="rId1"/>
          <a:stretch/>
        </p:blipFill>
        <p:spPr>
          <a:xfrm>
            <a:off x="5394240" y="2002320"/>
            <a:ext cx="6891120" cy="2852280"/>
          </a:xfrm>
          <a:prstGeom prst="rect">
            <a:avLst/>
          </a:prstGeom>
          <a:ln w="0">
            <a:noFill/>
          </a:ln>
        </p:spPr>
      </p:pic>
      <p:sp>
        <p:nvSpPr>
          <p:cNvPr id="900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Markov Chain Distribution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1" name="Content Placeholder 2" descr=""/>
          <p:cNvPicPr/>
          <p:nvPr/>
        </p:nvPicPr>
        <p:blipFill>
          <a:blip r:embed="rId2"/>
          <a:stretch/>
        </p:blipFill>
        <p:spPr>
          <a:xfrm>
            <a:off x="91080" y="1971720"/>
            <a:ext cx="6428160" cy="38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2" name="Picture 6" descr=""/>
          <p:cNvPicPr/>
          <p:nvPr/>
        </p:nvPicPr>
        <p:blipFill>
          <a:blip r:embed="rId1"/>
          <a:stretch/>
        </p:blipFill>
        <p:spPr>
          <a:xfrm>
            <a:off x="5394240" y="2002320"/>
            <a:ext cx="6891120" cy="2852280"/>
          </a:xfrm>
          <a:prstGeom prst="rect">
            <a:avLst/>
          </a:prstGeom>
          <a:ln w="0">
            <a:noFill/>
          </a:ln>
        </p:spPr>
      </p:pic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Markov Chain Distribution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4" name="Content Placeholder 2" descr=""/>
          <p:cNvPicPr/>
          <p:nvPr/>
        </p:nvPicPr>
        <p:blipFill>
          <a:blip r:embed="rId2"/>
          <a:stretch/>
        </p:blipFill>
        <p:spPr>
          <a:xfrm>
            <a:off x="91080" y="1971720"/>
            <a:ext cx="6428160" cy="380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Probability of winning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6" name="Content Placeholder 5" descr=""/>
          <p:cNvPicPr/>
          <p:nvPr/>
        </p:nvPicPr>
        <p:blipFill>
          <a:blip r:embed="rId1"/>
          <a:stretch/>
        </p:blipFill>
        <p:spPr>
          <a:xfrm>
            <a:off x="7070040" y="280440"/>
            <a:ext cx="5010120" cy="1837800"/>
          </a:xfrm>
          <a:prstGeom prst="rect">
            <a:avLst/>
          </a:prstGeom>
          <a:ln w="0">
            <a:noFill/>
          </a:ln>
        </p:spPr>
      </p:pic>
      <p:pic>
        <p:nvPicPr>
          <p:cNvPr id="907" name="Picture 8" descr=""/>
          <p:cNvPicPr/>
          <p:nvPr/>
        </p:nvPicPr>
        <p:blipFill>
          <a:blip r:embed="rId2"/>
          <a:stretch/>
        </p:blipFill>
        <p:spPr>
          <a:xfrm>
            <a:off x="0" y="2118960"/>
            <a:ext cx="12191400" cy="481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Probability of winning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9" name="Content Placeholder 5" descr=""/>
          <p:cNvPicPr/>
          <p:nvPr/>
        </p:nvPicPr>
        <p:blipFill>
          <a:blip r:embed="rId1"/>
          <a:stretch/>
        </p:blipFill>
        <p:spPr>
          <a:xfrm>
            <a:off x="7070040" y="280440"/>
            <a:ext cx="5010120" cy="1837800"/>
          </a:xfrm>
          <a:prstGeom prst="rect">
            <a:avLst/>
          </a:prstGeom>
          <a:ln w="0">
            <a:noFill/>
          </a:ln>
        </p:spPr>
      </p:pic>
      <p:pic>
        <p:nvPicPr>
          <p:cNvPr id="910" name="Picture 2" descr=""/>
          <p:cNvPicPr/>
          <p:nvPr/>
        </p:nvPicPr>
        <p:blipFill>
          <a:blip r:embed="rId2"/>
          <a:stretch/>
        </p:blipFill>
        <p:spPr>
          <a:xfrm>
            <a:off x="0" y="2118960"/>
            <a:ext cx="12191400" cy="465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Probability of winning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2" name="Content Placeholder 5" descr=""/>
          <p:cNvPicPr/>
          <p:nvPr/>
        </p:nvPicPr>
        <p:blipFill>
          <a:blip r:embed="rId1"/>
          <a:stretch/>
        </p:blipFill>
        <p:spPr>
          <a:xfrm>
            <a:off x="7070040" y="280440"/>
            <a:ext cx="5010120" cy="1837800"/>
          </a:xfrm>
          <a:prstGeom prst="rect">
            <a:avLst/>
          </a:prstGeom>
          <a:ln w="0">
            <a:noFill/>
          </a:ln>
        </p:spPr>
      </p:pic>
      <p:pic>
        <p:nvPicPr>
          <p:cNvPr id="913" name="Picture 2" descr=""/>
          <p:cNvPicPr/>
          <p:nvPr/>
        </p:nvPicPr>
        <p:blipFill>
          <a:blip r:embed="rId2"/>
          <a:stretch/>
        </p:blipFill>
        <p:spPr>
          <a:xfrm>
            <a:off x="0" y="2325960"/>
            <a:ext cx="12191400" cy="453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Generalizing Markov Chain Solution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5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can generalize to any distribution: Multiple opponents/attacks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Also negative/healing: -, 0, +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What I’m calling “Filling problem”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Probability of filling something after N samples from a distribution: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Couldn’t think of many examples: Parking lot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Has this been done before? Seems pretty general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So far…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7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Take player/opponent equipment/levels &amp; calculate </a:t>
            </a: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.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Take  &amp; calculate probability of killing in L turns, exactly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Average, variance, confidence intervals, …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Take  and  and calculate P_win, P_lose, P_draw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Equipment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9" name="Content Placeholder 2" descr=""/>
          <p:cNvPicPr/>
          <p:nvPr/>
        </p:nvPicPr>
        <p:blipFill>
          <a:blip r:embed="rId1"/>
          <a:stretch/>
        </p:blipFill>
        <p:spPr>
          <a:xfrm>
            <a:off x="757800" y="2069640"/>
            <a:ext cx="2285640" cy="3066840"/>
          </a:xfrm>
          <a:prstGeom prst="rect">
            <a:avLst/>
          </a:prstGeom>
          <a:ln w="0">
            <a:noFill/>
          </a:ln>
        </p:spPr>
      </p:pic>
      <p:sp>
        <p:nvSpPr>
          <p:cNvPr id="920" name="TextBox 5"/>
          <p:cNvSpPr/>
          <p:nvPr/>
        </p:nvSpPr>
        <p:spPr>
          <a:xfrm>
            <a:off x="3666960" y="2069640"/>
            <a:ext cx="692388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11 equipment slots &amp; 100s of items leads to at least 10^9 combinations. How to pick best equipment?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Search space reduction!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Project down vector of bonuses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Define “Not worse than everything” operator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Reduces sets to ~250, &lt;&lt;1000.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Easy brute force determines optimal loadout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2d2e2d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[Show app]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1" name="Picture 6" descr=""/>
          <p:cNvPicPr/>
          <p:nvPr/>
        </p:nvPicPr>
        <p:blipFill>
          <a:blip r:embed="rId2"/>
          <a:stretch/>
        </p:blipFill>
        <p:spPr>
          <a:xfrm>
            <a:off x="9233640" y="3547080"/>
            <a:ext cx="2199960" cy="3428640"/>
          </a:xfrm>
          <a:prstGeom prst="rect">
            <a:avLst/>
          </a:prstGeom>
          <a:ln w="0">
            <a:noFill/>
          </a:ln>
        </p:spPr>
      </p:pic>
      <p:sp>
        <p:nvSpPr>
          <p:cNvPr id="922" name="TextBox 7"/>
          <p:cNvSpPr/>
          <p:nvPr/>
        </p:nvSpPr>
        <p:spPr>
          <a:xfrm>
            <a:off x="9114480" y="3177720"/>
            <a:ext cx="2437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Equipment Bonuses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3" name="TextBox 8"/>
          <p:cNvSpPr/>
          <p:nvPr/>
        </p:nvSpPr>
        <p:spPr>
          <a:xfrm>
            <a:off x="917280" y="1706760"/>
            <a:ext cx="2437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Equipment Slots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Equipment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5" name="Content Placeholder 9" descr=""/>
          <p:cNvPicPr/>
          <p:nvPr/>
        </p:nvPicPr>
        <p:blipFill>
          <a:blip r:embed="rId1"/>
          <a:stretch/>
        </p:blipFill>
        <p:spPr>
          <a:xfrm>
            <a:off x="2501640" y="1734840"/>
            <a:ext cx="6736680" cy="4923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Equipment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7" name="Content Placeholder 4" descr=""/>
          <p:cNvPicPr/>
          <p:nvPr/>
        </p:nvPicPr>
        <p:blipFill>
          <a:blip r:embed="rId1"/>
          <a:stretch/>
        </p:blipFill>
        <p:spPr>
          <a:xfrm>
            <a:off x="2255040" y="1826280"/>
            <a:ext cx="6745320" cy="483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Training Order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9" name="PlaceHolder 2"/>
          <p:cNvSpPr>
            <a:spLocks noGrp="1"/>
          </p:cNvSpPr>
          <p:nvPr>
            <p:ph/>
          </p:nvPr>
        </p:nvSpPr>
        <p:spPr>
          <a:xfrm>
            <a:off x="1295280" y="1981080"/>
            <a:ext cx="9600480" cy="380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Three Skills: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Attack  Accuracy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Strength </a:t>
            </a: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 Max Hit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lvl="1" marL="457200" indent="-182880" defTabSz="914400">
              <a:lnSpc>
                <a:spcPct val="90000"/>
              </a:lnSpc>
              <a:spcBef>
                <a:spcPts val="1199"/>
              </a:spcBef>
              <a:buClr>
                <a:srgbClr val="a43f27"/>
              </a:buClr>
              <a:buFont typeface="Arial"/>
              <a:buChar char="▪"/>
            </a:pPr>
            <a:r>
              <a:rPr b="0" lang="en-CA" sz="1800" spc="-1" strike="noStrike">
                <a:solidFill>
                  <a:schemeClr val="dk1"/>
                </a:solidFill>
                <a:latin typeface="Arial"/>
              </a:rPr>
              <a:t>Defence  Better equipment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800"/>
              </a:spcBef>
              <a:buNone/>
              <a:tabLst>
                <a:tab algn="l" pos="0"/>
              </a:tabLst>
            </a:pP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800"/>
              </a:spcBef>
              <a:buClr>
                <a:srgbClr val="a43f27"/>
              </a:buClr>
              <a:buFont typeface="Arial"/>
              <a:buChar char="▪"/>
              <a:tabLst>
                <a:tab algn="l" pos="0"/>
              </a:tabLst>
            </a:pPr>
            <a:r>
              <a:rPr b="0" lang="en-CA" sz="2000" spc="-1" strike="noStrike">
                <a:solidFill>
                  <a:schemeClr val="dk1"/>
                </a:solidFill>
                <a:latin typeface="Arial"/>
              </a:rPr>
              <a:t>Starting at level (1, 1, 1), what to train first? And so on</a:t>
            </a:r>
            <a:endParaRPr b="0" lang="en-CA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0" name="Picture 5" descr=""/>
          <p:cNvPicPr/>
          <p:nvPr/>
        </p:nvPicPr>
        <p:blipFill>
          <a:blip r:embed="rId1"/>
          <a:stretch/>
        </p:blipFill>
        <p:spPr>
          <a:xfrm>
            <a:off x="7792920" y="1981080"/>
            <a:ext cx="4141800" cy="461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Training Order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2" name="Content Placeholder 2" descr=""/>
          <p:cNvPicPr/>
          <p:nvPr/>
        </p:nvPicPr>
        <p:blipFill>
          <a:blip r:embed="rId1"/>
          <a:stretch/>
        </p:blipFill>
        <p:spPr>
          <a:xfrm>
            <a:off x="165600" y="1947240"/>
            <a:ext cx="4739040" cy="4739040"/>
          </a:xfrm>
          <a:prstGeom prst="rect">
            <a:avLst/>
          </a:prstGeom>
          <a:ln w="0">
            <a:noFill/>
          </a:ln>
        </p:spPr>
      </p:pic>
      <p:pic>
        <p:nvPicPr>
          <p:cNvPr id="933" name="Picture 4" descr=""/>
          <p:cNvPicPr/>
          <p:nvPr/>
        </p:nvPicPr>
        <p:blipFill>
          <a:blip r:embed="rId2"/>
          <a:stretch/>
        </p:blipFill>
        <p:spPr>
          <a:xfrm>
            <a:off x="6191280" y="1684440"/>
            <a:ext cx="5191920" cy="526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Training Order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5" name="Picture 4" descr=""/>
          <p:cNvPicPr/>
          <p:nvPr/>
        </p:nvPicPr>
        <p:blipFill>
          <a:blip r:embed="rId1"/>
          <a:stretch/>
        </p:blipFill>
        <p:spPr>
          <a:xfrm>
            <a:off x="6191280" y="1684440"/>
            <a:ext cx="5191920" cy="5262840"/>
          </a:xfrm>
          <a:prstGeom prst="rect">
            <a:avLst/>
          </a:prstGeom>
          <a:ln w="0">
            <a:noFill/>
          </a:ln>
        </p:spPr>
      </p:pic>
      <p:cxnSp>
        <p:nvCxnSpPr>
          <p:cNvPr id="936" name="Straight Arrow Connector 5"/>
          <p:cNvCxnSpPr/>
          <p:nvPr/>
        </p:nvCxnSpPr>
        <p:spPr>
          <a:xfrm flipH="1">
            <a:off x="8263440" y="1810080"/>
            <a:ext cx="524520" cy="4448880"/>
          </a:xfrm>
          <a:prstGeom prst="straightConnector1">
            <a:avLst/>
          </a:prstGeom>
          <a:ln w="76200">
            <a:solidFill>
              <a:srgbClr val="d15a3e"/>
            </a:solidFill>
            <a:round/>
            <a:tailEnd len="med" type="triangle" w="med"/>
          </a:ln>
        </p:spPr>
      </p:cxnSp>
      <p:sp>
        <p:nvSpPr>
          <p:cNvPr id="937" name="TextBox 6"/>
          <p:cNvSpPr/>
          <p:nvPr/>
        </p:nvSpPr>
        <p:spPr>
          <a:xfrm>
            <a:off x="1295280" y="3408840"/>
            <a:ext cx="42508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Strength is more important!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~10% higher is optimal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This is what most players find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Optimal Player Decisions: Training Order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9" name="Picture 2" descr=""/>
          <p:cNvPicPr/>
          <p:nvPr/>
        </p:nvPicPr>
        <p:blipFill>
          <a:blip r:embed="rId1"/>
          <a:stretch/>
        </p:blipFill>
        <p:spPr>
          <a:xfrm>
            <a:off x="891720" y="1646280"/>
            <a:ext cx="6572520" cy="5142240"/>
          </a:xfrm>
          <a:prstGeom prst="rect">
            <a:avLst/>
          </a:prstGeom>
          <a:ln w="0">
            <a:noFill/>
          </a:ln>
        </p:spPr>
      </p:pic>
      <p:sp>
        <p:nvSpPr>
          <p:cNvPr id="940" name="TextBox 3"/>
          <p:cNvSpPr/>
          <p:nvPr/>
        </p:nvSpPr>
        <p:spPr>
          <a:xfrm>
            <a:off x="8201160" y="2865600"/>
            <a:ext cx="30819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Can now find mathematically exact solution to optimal training order!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Even providing schemes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Picture 11" descr=""/>
          <p:cNvPicPr/>
          <p:nvPr/>
        </p:nvPicPr>
        <p:blipFill>
          <a:blip r:embed="rId1"/>
          <a:stretch/>
        </p:blipFill>
        <p:spPr>
          <a:xfrm>
            <a:off x="0" y="0"/>
            <a:ext cx="2860920" cy="6857280"/>
          </a:xfrm>
          <a:prstGeom prst="rect">
            <a:avLst/>
          </a:prstGeom>
          <a:ln w="0">
            <a:noFill/>
          </a:ln>
        </p:spPr>
      </p:pic>
      <p:pic>
        <p:nvPicPr>
          <p:cNvPr id="942" name="Picture 13" descr=""/>
          <p:cNvPicPr/>
          <p:nvPr/>
        </p:nvPicPr>
        <p:blipFill>
          <a:blip r:embed="rId2"/>
          <a:stretch/>
        </p:blipFill>
        <p:spPr>
          <a:xfrm>
            <a:off x="3696840" y="0"/>
            <a:ext cx="8305920" cy="68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PlaceHolder 1"/>
          <p:cNvSpPr>
            <a:spLocks noGrp="1"/>
          </p:cNvSpPr>
          <p:nvPr>
            <p:ph type="title"/>
          </p:nvPr>
        </p:nvSpPr>
        <p:spPr>
          <a:xfrm>
            <a:off x="7203240" y="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Quest Tree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4" name="Picture 5" descr=""/>
          <p:cNvPicPr/>
          <p:nvPr/>
        </p:nvPicPr>
        <p:blipFill>
          <a:blip r:embed="rId1"/>
          <a:stretch/>
        </p:blipFill>
        <p:spPr>
          <a:xfrm>
            <a:off x="38160" y="0"/>
            <a:ext cx="5123160" cy="6857280"/>
          </a:xfrm>
          <a:prstGeom prst="rect">
            <a:avLst/>
          </a:prstGeom>
          <a:ln w="0">
            <a:noFill/>
          </a:ln>
        </p:spPr>
      </p:pic>
      <p:pic>
        <p:nvPicPr>
          <p:cNvPr id="945" name="Picture 7" descr=""/>
          <p:cNvPicPr/>
          <p:nvPr/>
        </p:nvPicPr>
        <p:blipFill>
          <a:blip r:embed="rId2"/>
          <a:stretch/>
        </p:blipFill>
        <p:spPr>
          <a:xfrm>
            <a:off x="4469760" y="4883040"/>
            <a:ext cx="7533360" cy="130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PlaceHolder 1"/>
          <p:cNvSpPr>
            <a:spLocks noGrp="1"/>
          </p:cNvSpPr>
          <p:nvPr>
            <p:ph type="title"/>
          </p:nvPr>
        </p:nvSpPr>
        <p:spPr>
          <a:xfrm>
            <a:off x="1295280" y="504000"/>
            <a:ext cx="96004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chemeClr val="accent1">
                    <a:lumMod val="75000"/>
                  </a:schemeClr>
                </a:solidFill>
                <a:latin typeface="Arial"/>
              </a:rPr>
              <a:t>Future Work</a:t>
            </a:r>
            <a:endParaRPr b="0" lang="en-CA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7" name="Picture 4" descr=""/>
          <p:cNvPicPr/>
          <p:nvPr/>
        </p:nvPicPr>
        <p:blipFill>
          <a:blip r:embed="rId1"/>
          <a:stretch/>
        </p:blipFill>
        <p:spPr>
          <a:xfrm>
            <a:off x="5897160" y="142920"/>
            <a:ext cx="5902200" cy="6857280"/>
          </a:xfrm>
          <a:prstGeom prst="rect">
            <a:avLst/>
          </a:prstGeom>
          <a:ln w="0">
            <a:noFill/>
          </a:ln>
        </p:spPr>
      </p:pic>
      <p:sp>
        <p:nvSpPr>
          <p:cNvPr id="948" name="TextBox 5"/>
          <p:cNvSpPr/>
          <p:nvPr/>
        </p:nvSpPr>
        <p:spPr>
          <a:xfrm>
            <a:off x="485640" y="2133720"/>
            <a:ext cx="386640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Add additional complexities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Find optimal strategies for switching items, healing, moving, boosting, special attacks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Evolve neural network / genetic algorithm fighters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Compare to historical game play, highscores, modern strategies</a:t>
            </a:r>
            <a:endParaRPr b="0" lang="en-CA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9" name="Rectangle 6"/>
          <p:cNvSpPr/>
          <p:nvPr/>
        </p:nvSpPr>
        <p:spPr>
          <a:xfrm>
            <a:off x="6165000" y="657360"/>
            <a:ext cx="187200" cy="2770920"/>
          </a:xfrm>
          <a:prstGeom prst="rect">
            <a:avLst/>
          </a:prstGeom>
          <a:noFill/>
          <a:ln w="28575">
            <a:solidFill>
              <a:srgbClr val="9a42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CA" sz="1800" spc="-1" strike="noStrike">
              <a:solidFill>
                <a:schemeClr val="lt1"/>
              </a:solidFill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iamond Grid 16x9">
  <a:themeElements>
    <a:clrScheme name="DiamondGrid">
      <a:dk1>
        <a:srgbClr val="2d2e2d"/>
      </a:dk1>
      <a:lt1>
        <a:srgbClr val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552</TotalTime>
  <Application>LibreOffice/24.2.0.3$Windows_X86_64 LibreOffice_project/da48488a73ddd66ea24cf16bbc4f7b9c08e9bea1</Application>
  <AppVersion>15.0000</AppVersion>
  <Words>520</Words>
  <Paragraphs>121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2020-10-01T15:51:56Z</dcterms:created>
  <dc:creator>Nawar Ismail</dc:creator>
  <dc:description/>
  <dc:language>en-CA</dc:language>
  <cp:lastModifiedBy/>
  <dcterms:modified xsi:type="dcterms:W3CDTF">2026-08-01T17:24:47Z</dcterms:modified>
  <cp:revision>16</cp:revision>
  <dc:subject/>
  <dc:title>Title Layout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mpaign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InternalTags">
    <vt:lpwstr/>
  </property>
  <property fmtid="{D5CDD505-2E9C-101B-9397-08002B2CF9AE}" pid="6" name="LocalizationTags">
    <vt:lpwstr/>
  </property>
  <property fmtid="{D5CDD505-2E9C-101B-9397-08002B2CF9AE}" pid="7" name="MMClips">
    <vt:i4>1</vt:i4>
  </property>
  <property fmtid="{D5CDD505-2E9C-101B-9397-08002B2CF9AE}" pid="8" name="Notes">
    <vt:i4>15</vt:i4>
  </property>
  <property fmtid="{D5CDD505-2E9C-101B-9397-08002B2CF9AE}" pid="9" name="PresentationFormat">
    <vt:lpwstr>Widescreen</vt:lpwstr>
  </property>
  <property fmtid="{D5CDD505-2E9C-101B-9397-08002B2CF9AE}" pid="10" name="ScenarioTags">
    <vt:lpwstr/>
  </property>
  <property fmtid="{D5CDD505-2E9C-101B-9397-08002B2CF9AE}" pid="11" name="Slides">
    <vt:i4>25</vt:i4>
  </property>
</Properties>
</file>